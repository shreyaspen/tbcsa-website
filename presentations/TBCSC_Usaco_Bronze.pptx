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Metadata/LabelInfo.xml" ContentType="application/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_rels/drawing1.xml.rels" ContentType="application/vnd.openxmlformats-package.relationships+xml"/>
  <Override PartName="/ppt/diagrams/_rels/data1.xml.rels" ContentType="application/vnd.openxmlformats-package.relationships+xml"/>
  <Override PartName="/ppt/diagrams/drawing1.xml" ContentType="application/vnd.ms-office.drawingml.diagramDrawing+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23.xml.rels" ContentType="application/vnd.openxmlformats-package.relationships+xml"/>
  <Override PartName="/ppt/notesSlides/_rels/notesSlide22.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1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12.xml.rels" ContentType="application/vnd.openxmlformats-package.relationships+xml"/>
  <Override PartName="/ppt/slideLayouts/_rels/slideLayout55.xml.rels" ContentType="application/vnd.openxmlformats-package.relationships+xml"/>
  <Override PartName="/ppt/slideLayouts/_rels/slideLayout54.xml.rels" ContentType="application/vnd.openxmlformats-package.relationships+xml"/>
  <Override PartName="/ppt/slideLayouts/_rels/slideLayout69.xml.rels" ContentType="application/vnd.openxmlformats-package.relationships+xml"/>
  <Override PartName="/ppt/slideLayouts/_rels/slideLayout63.xml.rels" ContentType="application/vnd.openxmlformats-package.relationships+xml"/>
  <Override PartName="/ppt/slideLayouts/_rels/slideLayout47.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62.xml.rels" ContentType="application/vnd.openxmlformats-package.relationships+xml"/>
  <Override PartName="/ppt/slideLayouts/_rels/slideLayout50.xml.rels" ContentType="application/vnd.openxmlformats-package.relationships+xml"/>
  <Override PartName="/ppt/slideLayouts/_rels/slideLayout5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30.xml.rels" ContentType="application/vnd.openxmlformats-package.relationships+xml"/>
  <Override PartName="/ppt/slideLayouts/_rels/slideLayout45.xml.rels" ContentType="application/vnd.openxmlformats-package.relationships+xml"/>
  <Override PartName="/ppt/slideLayouts/_rels/slideLayout14.xml.rels" ContentType="application/vnd.openxmlformats-package.relationships+xml"/>
  <Override PartName="/ppt/slideLayouts/_rels/slideLayout8.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5.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31.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6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58.xml" ContentType="application/vnd.openxmlformats-officedocument.presentationml.slideLayout+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72.xml" ContentType="application/vnd.openxmlformats-officedocument.presentationml.slideLayout+xml"/>
  <Override PartName="/ppt/slideLayouts/slideLayout23.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6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media/image1.jpeg" ContentType="image/jpeg"/>
  <Override PartName="/ppt/media/OOXDiagramDataRels1_0.jpeg" ContentType="image/jpeg"/>
  <Override PartName="/ppt/media/OOXDiagramDataRels1_1.jpeg" ContentType="image/jpeg"/>
  <Override PartName="/ppt/media/OOXDiagramDataRels1_2.jpeg" ContentType="image/jpeg"/>
  <Override PartName="/ppt/media/OOXDiagramDrawingRels1_0.jpeg" ContentType="image/jpeg"/>
  <Override PartName="/ppt/media/OOXDiagramDrawingRels1_1.jpeg" ContentType="image/jpeg"/>
  <Override PartName="/ppt/media/OOXDiagramDrawingRels1_2.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jpeg"/><Relationship Id="rId2" Type="http://schemas.openxmlformats.org/officeDocument/2006/relationships/image" Target="../media/OOXDiagramDataRels1_1.jpeg"/><Relationship Id="rId3" Type="http://schemas.openxmlformats.org/officeDocument/2006/relationships/image" Target="../media/OOXDiagramDataRels1_2.jpe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jpeg"/><Relationship Id="rId2" Type="http://schemas.openxmlformats.org/officeDocument/2006/relationships/image" Target="../media/OOXDiagramDrawingRels1_1.jpeg"/><Relationship Id="rId3" Type="http://schemas.openxmlformats.org/officeDocument/2006/relationships/image" Target="../media/OOXDiagramDrawingRels1_2.jpeg"/>
</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FBAFE6-ADFA-4469-9724-01E669005714}"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642225E5-2847-4DBE-94EE-7AB7135B0E8C}">
      <dgm:prSet/>
      <dgm:spPr/>
      <dgm:t>
        <a:bodyPr/>
        <a:lstStyle/>
        <a:p>
          <a:pPr>
            <a:lnSpc>
              <a:spcPct val="100000"/>
            </a:lnSpc>
            <a:defRPr b="1"/>
          </a:pPr>
          <a:r>
            <a:rPr lang="en-US"/>
            <a:t>minOps Function Purpose</a:t>
          </a:r>
        </a:p>
      </dgm:t>
    </dgm:pt>
    <dgm:pt modelId="{DB6F17AD-6B8B-4639-9732-8BA10D752B5A}" type="parTrans" cxnId="{D2157BE5-31C2-4182-A555-165AE2B42C1D}">
      <dgm:prSet/>
      <dgm:spPr/>
      <dgm:t>
        <a:bodyPr/>
        <a:lstStyle/>
        <a:p>
          <a:endParaRPr lang="en-US"/>
        </a:p>
      </dgm:t>
    </dgm:pt>
    <dgm:pt modelId="{8E5AABC0-F0B3-4C87-BDB9-8D342401401D}" type="sibTrans" cxnId="{D2157BE5-31C2-4182-A555-165AE2B42C1D}">
      <dgm:prSet/>
      <dgm:spPr/>
      <dgm:t>
        <a:bodyPr/>
        <a:lstStyle/>
        <a:p>
          <a:pPr>
            <a:lnSpc>
              <a:spcPct val="100000"/>
            </a:lnSpc>
            <a:defRPr b="1"/>
          </a:pPr>
          <a:endParaRPr lang="en-US"/>
        </a:p>
      </dgm:t>
    </dgm:pt>
    <dgm:pt modelId="{A36015ED-B64C-4481-8E3F-364439EFA936}">
      <dgm:prSet/>
      <dgm:spPr/>
      <dgm:t>
        <a:bodyPr/>
        <a:lstStyle/>
        <a:p>
          <a:pPr>
            <a:lnSpc>
              <a:spcPct val="100000"/>
            </a:lnSpc>
          </a:pPr>
          <a:r>
            <a:rPr lang="en-US"/>
            <a:t>The function calculates minimum operations to make an array non-decreasing efficiently.</a:t>
          </a:r>
        </a:p>
      </dgm:t>
    </dgm:pt>
    <dgm:pt modelId="{1911EA67-B485-4FA3-BB9A-563C423C919A}" type="parTrans" cxnId="{1C56B47C-5F8F-4008-B1F7-9ACE9BE0DC3A}">
      <dgm:prSet/>
      <dgm:spPr/>
      <dgm:t>
        <a:bodyPr/>
        <a:lstStyle/>
        <a:p>
          <a:endParaRPr lang="en-US"/>
        </a:p>
      </dgm:t>
    </dgm:pt>
    <dgm:pt modelId="{4F264AD4-5822-4944-9012-637D558FB7D2}" type="sibTrans" cxnId="{1C56B47C-5F8F-4008-B1F7-9ACE9BE0DC3A}">
      <dgm:prSet/>
      <dgm:spPr/>
      <dgm:t>
        <a:bodyPr/>
        <a:lstStyle/>
        <a:p>
          <a:endParaRPr lang="en-US"/>
        </a:p>
      </dgm:t>
    </dgm:pt>
    <dgm:pt modelId="{566AFD79-90E4-44ED-8C14-99CA73B72FC2}">
      <dgm:prSet/>
      <dgm:spPr/>
      <dgm:t>
        <a:bodyPr/>
        <a:lstStyle/>
        <a:p>
          <a:pPr>
            <a:lnSpc>
              <a:spcPct val="100000"/>
            </a:lnSpc>
            <a:defRPr b="1"/>
          </a:pPr>
          <a:r>
            <a:rPr lang="en-US"/>
            <a:t>Element Comparison Logic</a:t>
          </a:r>
        </a:p>
      </dgm:t>
    </dgm:pt>
    <dgm:pt modelId="{5AB63C7D-22B7-410C-8ED6-8AF509B06F64}" type="parTrans" cxnId="{8BE460CA-2CB8-4A1C-BB1F-DF9128D31761}">
      <dgm:prSet/>
      <dgm:spPr/>
      <dgm:t>
        <a:bodyPr/>
        <a:lstStyle/>
        <a:p>
          <a:endParaRPr lang="en-US"/>
        </a:p>
      </dgm:t>
    </dgm:pt>
    <dgm:pt modelId="{1DE015CC-4E94-4C62-B84A-1E94C90DBBE7}" type="sibTrans" cxnId="{8BE460CA-2CB8-4A1C-BB1F-DF9128D31761}">
      <dgm:prSet/>
      <dgm:spPr/>
      <dgm:t>
        <a:bodyPr/>
        <a:lstStyle/>
        <a:p>
          <a:pPr>
            <a:lnSpc>
              <a:spcPct val="100000"/>
            </a:lnSpc>
            <a:defRPr b="1"/>
          </a:pPr>
          <a:endParaRPr lang="en-US"/>
        </a:p>
      </dgm:t>
    </dgm:pt>
    <dgm:pt modelId="{47BF6F7E-6AC9-4016-9608-2DFF955B1DB7}">
      <dgm:prSet/>
      <dgm:spPr/>
      <dgm:t>
        <a:bodyPr/>
        <a:lstStyle/>
        <a:p>
          <a:pPr>
            <a:lnSpc>
              <a:spcPct val="100000"/>
            </a:lnSpc>
          </a:pPr>
          <a:r>
            <a:rPr lang="en-US"/>
            <a:t>The algorithm checks if the current element is less than the previous one to decide increments.</a:t>
          </a:r>
        </a:p>
      </dgm:t>
    </dgm:pt>
    <dgm:pt modelId="{62C694D1-82AA-478D-BD75-1BDE1BAE017E}" type="parTrans" cxnId="{A3B2B493-D75C-44ED-BAA5-0C51700239E3}">
      <dgm:prSet/>
      <dgm:spPr/>
      <dgm:t>
        <a:bodyPr/>
        <a:lstStyle/>
        <a:p>
          <a:endParaRPr lang="en-US"/>
        </a:p>
      </dgm:t>
    </dgm:pt>
    <dgm:pt modelId="{28734CAA-E028-4CA8-BB1E-FE21B92D65A6}" type="sibTrans" cxnId="{A3B2B493-D75C-44ED-BAA5-0C51700239E3}">
      <dgm:prSet/>
      <dgm:spPr/>
      <dgm:t>
        <a:bodyPr/>
        <a:lstStyle/>
        <a:p>
          <a:endParaRPr lang="en-US"/>
        </a:p>
      </dgm:t>
    </dgm:pt>
    <dgm:pt modelId="{AB5CDB75-5171-45D6-A94F-B641557F7CCB}">
      <dgm:prSet/>
      <dgm:spPr/>
      <dgm:t>
        <a:bodyPr/>
        <a:lstStyle/>
        <a:p>
          <a:pPr>
            <a:lnSpc>
              <a:spcPct val="100000"/>
            </a:lnSpc>
            <a:defRPr b="1"/>
          </a:pPr>
          <a:r>
            <a:rPr lang="en-US"/>
            <a:t>Linear Efficiency</a:t>
          </a:r>
        </a:p>
      </dgm:t>
    </dgm:pt>
    <dgm:pt modelId="{4332FF85-13D2-4E7C-8B6C-35958A056608}" type="parTrans" cxnId="{AD85E986-46DA-44BB-B911-DB8A6E4C4B9B}">
      <dgm:prSet/>
      <dgm:spPr/>
      <dgm:t>
        <a:bodyPr/>
        <a:lstStyle/>
        <a:p>
          <a:endParaRPr lang="en-US"/>
        </a:p>
      </dgm:t>
    </dgm:pt>
    <dgm:pt modelId="{720F5D45-1BCD-4276-A9FF-6567DEA0099A}" type="sibTrans" cxnId="{AD85E986-46DA-44BB-B911-DB8A6E4C4B9B}">
      <dgm:prSet/>
      <dgm:spPr/>
      <dgm:t>
        <a:bodyPr/>
        <a:lstStyle/>
        <a:p>
          <a:endParaRPr lang="en-US"/>
        </a:p>
      </dgm:t>
    </dgm:pt>
    <dgm:pt modelId="{B29F881C-72A2-4450-8ED3-CF84D8FFC192}">
      <dgm:prSet/>
      <dgm:spPr/>
      <dgm:t>
        <a:bodyPr/>
        <a:lstStyle/>
        <a:p>
          <a:pPr>
            <a:lnSpc>
              <a:spcPct val="100000"/>
            </a:lnSpc>
          </a:pPr>
          <a:r>
            <a:rPr lang="en-US"/>
            <a:t>A linear approach ensures efficient computation of minimum operations with single iteration.</a:t>
          </a:r>
        </a:p>
      </dgm:t>
    </dgm:pt>
    <dgm:pt modelId="{D11EB27F-AA9E-4BD1-ACD7-97BD338AD21D}" type="parTrans" cxnId="{7861F69B-41B2-4429-A96A-43E2701A6C4E}">
      <dgm:prSet/>
      <dgm:spPr/>
      <dgm:t>
        <a:bodyPr/>
        <a:lstStyle/>
        <a:p>
          <a:endParaRPr lang="en-US"/>
        </a:p>
      </dgm:t>
    </dgm:pt>
    <dgm:pt modelId="{24F034AF-3859-4B27-9EC9-C65BEE94FFBF}" type="sibTrans" cxnId="{7861F69B-41B2-4429-A96A-43E2701A6C4E}">
      <dgm:prSet/>
      <dgm:spPr/>
      <dgm:t>
        <a:bodyPr/>
        <a:lstStyle/>
        <a:p>
          <a:endParaRPr lang="en-US"/>
        </a:p>
      </dgm:t>
    </dgm:pt>
    <dgm:pt modelId="{5B92F3CF-F45D-4691-B421-32769085139E}" type="pres">
      <dgm:prSet presAssocID="{2DFBAFE6-ADFA-4469-9724-01E669005714}" presName="Root" presStyleCnt="0">
        <dgm:presLayoutVars>
          <dgm:dir/>
          <dgm:resizeHandles val="exact"/>
        </dgm:presLayoutVars>
      </dgm:prSet>
      <dgm:spPr/>
    </dgm:pt>
    <dgm:pt modelId="{8C6037F4-15AB-44E4-8052-DA4279AD2885}" type="pres">
      <dgm:prSet presAssocID="{642225E5-2847-4DBE-94EE-7AB7135B0E8C}" presName="Composite" presStyleCnt="0"/>
      <dgm:spPr/>
    </dgm:pt>
    <dgm:pt modelId="{119CB09C-5360-4B92-9771-0CD0C277A8AF}" type="pres">
      <dgm:prSet presAssocID="{642225E5-2847-4DBE-94EE-7AB7135B0E8C}"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9948" r="13301" b="-1"/>
          <a:stretch/>
        </a:blipFill>
      </dgm:spPr>
      <dgm:extLst>
        <a:ext uri="{E40237B7-FDA0-4F09-8148-C483321AD2D9}">
          <dgm14:cNvPr xmlns:dgm14="http://schemas.microsoft.com/office/drawing/2010/diagram" id="0" name="" descr="Binary code abstract background with radial lines."/>
        </a:ext>
      </dgm:extLst>
    </dgm:pt>
    <dgm:pt modelId="{566DD4CC-4CC9-4195-A5B8-FD57C9DB1F5F}" type="pres">
      <dgm:prSet presAssocID="{642225E5-2847-4DBE-94EE-7AB7135B0E8C}" presName="Subtitle" presStyleLbl="revTx" presStyleIdx="0" presStyleCnt="6">
        <dgm:presLayoutVars>
          <dgm:chMax val="0"/>
          <dgm:bulletEnabled/>
        </dgm:presLayoutVars>
      </dgm:prSet>
      <dgm:spPr/>
    </dgm:pt>
    <dgm:pt modelId="{D767CD11-1220-4FB7-883A-25A29493D8CE}" type="pres">
      <dgm:prSet presAssocID="{642225E5-2847-4DBE-94EE-7AB7135B0E8C}" presName="Description" presStyleLbl="revTx" presStyleIdx="1" presStyleCnt="6">
        <dgm:presLayoutVars>
          <dgm:bulletEnabled/>
        </dgm:presLayoutVars>
      </dgm:prSet>
      <dgm:spPr/>
    </dgm:pt>
    <dgm:pt modelId="{83EA56F0-DE7C-4191-A452-E916E9EDE044}" type="pres">
      <dgm:prSet presAssocID="{8E5AABC0-F0B3-4C87-BDB9-8D342401401D}" presName="sibTrans" presStyleLbl="sibTrans2D1" presStyleIdx="0" presStyleCnt="0"/>
      <dgm:spPr/>
    </dgm:pt>
    <dgm:pt modelId="{BB45A7AB-A68F-447C-9319-4FB17BCCDCFC}" type="pres">
      <dgm:prSet presAssocID="{566AFD79-90E4-44ED-8C14-99CA73B72FC2}" presName="Composite" presStyleCnt="0"/>
      <dgm:spPr/>
    </dgm:pt>
    <dgm:pt modelId="{0D55669F-E7DF-4437-A24E-C19CBDA50F7A}" type="pres">
      <dgm:prSet presAssocID="{566AFD79-90E4-44ED-8C14-99CA73B72FC2}"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2919" r="29586" b="8"/>
          <a:stretch/>
        </a:blipFill>
      </dgm:spPr>
      <dgm:extLst>
        <a:ext uri="{E40237B7-FDA0-4F09-8148-C483321AD2D9}">
          <dgm14:cNvPr xmlns:dgm14="http://schemas.microsoft.com/office/drawing/2010/diagram" id="0" name="" descr="Abstract technology"/>
        </a:ext>
      </dgm:extLst>
    </dgm:pt>
    <dgm:pt modelId="{7890014D-F361-40B3-B8A4-F705D7DD2AC7}" type="pres">
      <dgm:prSet presAssocID="{566AFD79-90E4-44ED-8C14-99CA73B72FC2}" presName="Subtitle" presStyleLbl="revTx" presStyleIdx="2" presStyleCnt="6">
        <dgm:presLayoutVars>
          <dgm:chMax val="0"/>
          <dgm:bulletEnabled/>
        </dgm:presLayoutVars>
      </dgm:prSet>
      <dgm:spPr/>
    </dgm:pt>
    <dgm:pt modelId="{CEBE330C-8266-40A5-8165-F4B99D9605E4}" type="pres">
      <dgm:prSet presAssocID="{566AFD79-90E4-44ED-8C14-99CA73B72FC2}" presName="Description" presStyleLbl="revTx" presStyleIdx="3" presStyleCnt="6">
        <dgm:presLayoutVars>
          <dgm:bulletEnabled/>
        </dgm:presLayoutVars>
      </dgm:prSet>
      <dgm:spPr/>
    </dgm:pt>
    <dgm:pt modelId="{86779046-5324-48C7-A636-8DC7869E79C1}" type="pres">
      <dgm:prSet presAssocID="{1DE015CC-4E94-4C62-B84A-1E94C90DBBE7}" presName="sibTrans" presStyleLbl="sibTrans2D1" presStyleIdx="0" presStyleCnt="0"/>
      <dgm:spPr/>
    </dgm:pt>
    <dgm:pt modelId="{8380D44C-25F1-4DCD-B99C-03786D6EBE3E}" type="pres">
      <dgm:prSet presAssocID="{AB5CDB75-5171-45D6-A94F-B641557F7CCB}" presName="Composite" presStyleCnt="0"/>
      <dgm:spPr/>
    </dgm:pt>
    <dgm:pt modelId="{EABB4B23-951D-4C75-A4ED-AD9A5E852B00}" type="pres">
      <dgm:prSet presAssocID="{AB5CDB75-5171-45D6-A94F-B641557F7CCB}"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335" r="42420" b="8"/>
          <a:stretch/>
        </a:blipFill>
      </dgm:spPr>
      <dgm:extLst>
        <a:ext uri="{E40237B7-FDA0-4F09-8148-C483321AD2D9}">
          <dgm14:cNvPr xmlns:dgm14="http://schemas.microsoft.com/office/drawing/2010/diagram" id="0" name="" descr="Business Finance and Industry, World Financial Recovery"/>
        </a:ext>
      </dgm:extLst>
    </dgm:pt>
    <dgm:pt modelId="{9810336E-11FF-4262-B75D-17263A75692E}" type="pres">
      <dgm:prSet presAssocID="{AB5CDB75-5171-45D6-A94F-B641557F7CCB}" presName="Subtitle" presStyleLbl="revTx" presStyleIdx="4" presStyleCnt="6">
        <dgm:presLayoutVars>
          <dgm:chMax val="0"/>
          <dgm:bulletEnabled/>
        </dgm:presLayoutVars>
      </dgm:prSet>
      <dgm:spPr/>
    </dgm:pt>
    <dgm:pt modelId="{43B0EF81-BCB3-4214-B9D0-F2AFE1A95763}" type="pres">
      <dgm:prSet presAssocID="{AB5CDB75-5171-45D6-A94F-B641557F7CCB}" presName="Description" presStyleLbl="revTx" presStyleIdx="5" presStyleCnt="6">
        <dgm:presLayoutVars>
          <dgm:bulletEnabled/>
        </dgm:presLayoutVars>
      </dgm:prSet>
      <dgm:spPr/>
    </dgm:pt>
  </dgm:ptLst>
  <dgm:cxnLst>
    <dgm:cxn modelId="{E706E332-7F1E-4B7D-B714-DE400E7147CD}" type="presOf" srcId="{642225E5-2847-4DBE-94EE-7AB7135B0E8C}" destId="{566DD4CC-4CC9-4195-A5B8-FD57C9DB1F5F}" srcOrd="0" destOrd="0" presId="urn:microsoft.com/office/officeart/2024/3/layout/verticalVisualTextBlock1"/>
    <dgm:cxn modelId="{4DDAB55C-5B7E-47F8-A447-4A95BCEECA3D}" type="presOf" srcId="{1DE015CC-4E94-4C62-B84A-1E94C90DBBE7}" destId="{86779046-5324-48C7-A636-8DC7869E79C1}" srcOrd="0" destOrd="0" presId="urn:microsoft.com/office/officeart/2024/3/layout/verticalVisualTextBlock1"/>
    <dgm:cxn modelId="{448A985F-B8F1-470F-BD8C-78C906D483AA}" type="presOf" srcId="{47BF6F7E-6AC9-4016-9608-2DFF955B1DB7}" destId="{CEBE330C-8266-40A5-8165-F4B99D9605E4}" srcOrd="0" destOrd="0" presId="urn:microsoft.com/office/officeart/2024/3/layout/verticalVisualTextBlock1"/>
    <dgm:cxn modelId="{3C7D6062-3867-4E4C-861E-902436E59C85}" type="presOf" srcId="{2DFBAFE6-ADFA-4469-9724-01E669005714}" destId="{5B92F3CF-F45D-4691-B421-32769085139E}" srcOrd="0" destOrd="0" presId="urn:microsoft.com/office/officeart/2024/3/layout/verticalVisualTextBlock1"/>
    <dgm:cxn modelId="{71C4965A-1076-47FD-B57C-515582A63A74}" type="presOf" srcId="{566AFD79-90E4-44ED-8C14-99CA73B72FC2}" destId="{7890014D-F361-40B3-B8A4-F705D7DD2AC7}" srcOrd="0" destOrd="0" presId="urn:microsoft.com/office/officeart/2024/3/layout/verticalVisualTextBlock1"/>
    <dgm:cxn modelId="{1C56B47C-5F8F-4008-B1F7-9ACE9BE0DC3A}" srcId="{642225E5-2847-4DBE-94EE-7AB7135B0E8C}" destId="{A36015ED-B64C-4481-8E3F-364439EFA936}" srcOrd="0" destOrd="0" parTransId="{1911EA67-B485-4FA3-BB9A-563C423C919A}" sibTransId="{4F264AD4-5822-4944-9012-637D558FB7D2}"/>
    <dgm:cxn modelId="{AD85E986-46DA-44BB-B911-DB8A6E4C4B9B}" srcId="{2DFBAFE6-ADFA-4469-9724-01E669005714}" destId="{AB5CDB75-5171-45D6-A94F-B641557F7CCB}" srcOrd="2" destOrd="0" parTransId="{4332FF85-13D2-4E7C-8B6C-35958A056608}" sibTransId="{720F5D45-1BCD-4276-A9FF-6567DEA0099A}"/>
    <dgm:cxn modelId="{D5B38490-0008-49B7-8575-82B2D3697929}" type="presOf" srcId="{8E5AABC0-F0B3-4C87-BDB9-8D342401401D}" destId="{83EA56F0-DE7C-4191-A452-E916E9EDE044}" srcOrd="0" destOrd="0" presId="urn:microsoft.com/office/officeart/2024/3/layout/verticalVisualTextBlock1"/>
    <dgm:cxn modelId="{A3B2B493-D75C-44ED-BAA5-0C51700239E3}" srcId="{566AFD79-90E4-44ED-8C14-99CA73B72FC2}" destId="{47BF6F7E-6AC9-4016-9608-2DFF955B1DB7}" srcOrd="0" destOrd="0" parTransId="{62C694D1-82AA-478D-BD75-1BDE1BAE017E}" sibTransId="{28734CAA-E028-4CA8-BB1E-FE21B92D65A6}"/>
    <dgm:cxn modelId="{4241BC97-1AE9-4CBB-9211-E3B264BD341D}" type="presOf" srcId="{A36015ED-B64C-4481-8E3F-364439EFA936}" destId="{D767CD11-1220-4FB7-883A-25A29493D8CE}" srcOrd="0" destOrd="0" presId="urn:microsoft.com/office/officeart/2024/3/layout/verticalVisualTextBlock1"/>
    <dgm:cxn modelId="{7861F69B-41B2-4429-A96A-43E2701A6C4E}" srcId="{AB5CDB75-5171-45D6-A94F-B641557F7CCB}" destId="{B29F881C-72A2-4450-8ED3-CF84D8FFC192}" srcOrd="0" destOrd="0" parTransId="{D11EB27F-AA9E-4BD1-ACD7-97BD338AD21D}" sibTransId="{24F034AF-3859-4B27-9EC9-C65BEE94FFBF}"/>
    <dgm:cxn modelId="{8BE460CA-2CB8-4A1C-BB1F-DF9128D31761}" srcId="{2DFBAFE6-ADFA-4469-9724-01E669005714}" destId="{566AFD79-90E4-44ED-8C14-99CA73B72FC2}" srcOrd="1" destOrd="0" parTransId="{5AB63C7D-22B7-410C-8ED6-8AF509B06F64}" sibTransId="{1DE015CC-4E94-4C62-B84A-1E94C90DBBE7}"/>
    <dgm:cxn modelId="{159220CC-59E9-4EA1-BA91-A001EC718E6E}" type="presOf" srcId="{B29F881C-72A2-4450-8ED3-CF84D8FFC192}" destId="{43B0EF81-BCB3-4214-B9D0-F2AFE1A95763}" srcOrd="0" destOrd="0" presId="urn:microsoft.com/office/officeart/2024/3/layout/verticalVisualTextBlock1"/>
    <dgm:cxn modelId="{67D3C9D7-3D34-4F6E-ADD7-BD43A1C908AF}" type="presOf" srcId="{AB5CDB75-5171-45D6-A94F-B641557F7CCB}" destId="{9810336E-11FF-4262-B75D-17263A75692E}" srcOrd="0" destOrd="0" presId="urn:microsoft.com/office/officeart/2024/3/layout/verticalVisualTextBlock1"/>
    <dgm:cxn modelId="{D2157BE5-31C2-4182-A555-165AE2B42C1D}" srcId="{2DFBAFE6-ADFA-4469-9724-01E669005714}" destId="{642225E5-2847-4DBE-94EE-7AB7135B0E8C}" srcOrd="0" destOrd="0" parTransId="{DB6F17AD-6B8B-4639-9732-8BA10D752B5A}" sibTransId="{8E5AABC0-F0B3-4C87-BDB9-8D342401401D}"/>
    <dgm:cxn modelId="{D6518652-0788-42A0-8732-2BA39A1AF6BF}" type="presParOf" srcId="{5B92F3CF-F45D-4691-B421-32769085139E}" destId="{8C6037F4-15AB-44E4-8052-DA4279AD2885}" srcOrd="0" destOrd="0" presId="urn:microsoft.com/office/officeart/2024/3/layout/verticalVisualTextBlock1"/>
    <dgm:cxn modelId="{D9245653-14AB-4546-AA11-C311E8BF5FDE}" type="presParOf" srcId="{8C6037F4-15AB-44E4-8052-DA4279AD2885}" destId="{119CB09C-5360-4B92-9771-0CD0C277A8AF}" srcOrd="0" destOrd="0" presId="urn:microsoft.com/office/officeart/2024/3/layout/verticalVisualTextBlock1"/>
    <dgm:cxn modelId="{B624937E-668B-44D4-92C7-3F3F6EE45A90}" type="presParOf" srcId="{8C6037F4-15AB-44E4-8052-DA4279AD2885}" destId="{566DD4CC-4CC9-4195-A5B8-FD57C9DB1F5F}" srcOrd="1" destOrd="0" presId="urn:microsoft.com/office/officeart/2024/3/layout/verticalVisualTextBlock1"/>
    <dgm:cxn modelId="{5DC70333-DEEC-4B41-B4CA-C47D339D5FDF}" type="presParOf" srcId="{8C6037F4-15AB-44E4-8052-DA4279AD2885}" destId="{D767CD11-1220-4FB7-883A-25A29493D8CE}" srcOrd="2" destOrd="0" presId="urn:microsoft.com/office/officeart/2024/3/layout/verticalVisualTextBlock1"/>
    <dgm:cxn modelId="{E7F31187-B52A-45B1-B88F-1B5960D0E61D}" type="presParOf" srcId="{5B92F3CF-F45D-4691-B421-32769085139E}" destId="{83EA56F0-DE7C-4191-A452-E916E9EDE044}" srcOrd="1" destOrd="0" presId="urn:microsoft.com/office/officeart/2024/3/layout/verticalVisualTextBlock1"/>
    <dgm:cxn modelId="{9154DF8C-D76C-44C2-9A79-D411D1FFA5DD}" type="presParOf" srcId="{5B92F3CF-F45D-4691-B421-32769085139E}" destId="{BB45A7AB-A68F-447C-9319-4FB17BCCDCFC}" srcOrd="2" destOrd="0" presId="urn:microsoft.com/office/officeart/2024/3/layout/verticalVisualTextBlock1"/>
    <dgm:cxn modelId="{2F8435DF-C040-41D5-A29E-70E36DE11A15}" type="presParOf" srcId="{BB45A7AB-A68F-447C-9319-4FB17BCCDCFC}" destId="{0D55669F-E7DF-4437-A24E-C19CBDA50F7A}" srcOrd="0" destOrd="0" presId="urn:microsoft.com/office/officeart/2024/3/layout/verticalVisualTextBlock1"/>
    <dgm:cxn modelId="{B0AA5F33-2DD6-45F3-8FDE-1560C77BF19C}" type="presParOf" srcId="{BB45A7AB-A68F-447C-9319-4FB17BCCDCFC}" destId="{7890014D-F361-40B3-B8A4-F705D7DD2AC7}" srcOrd="1" destOrd="0" presId="urn:microsoft.com/office/officeart/2024/3/layout/verticalVisualTextBlock1"/>
    <dgm:cxn modelId="{3CB82118-3FB0-4D37-B43E-2C88B1BC20F1}" type="presParOf" srcId="{BB45A7AB-A68F-447C-9319-4FB17BCCDCFC}" destId="{CEBE330C-8266-40A5-8165-F4B99D9605E4}" srcOrd="2" destOrd="0" presId="urn:microsoft.com/office/officeart/2024/3/layout/verticalVisualTextBlock1"/>
    <dgm:cxn modelId="{6CDAEF42-DF10-4000-8795-123593E6A658}" type="presParOf" srcId="{5B92F3CF-F45D-4691-B421-32769085139E}" destId="{86779046-5324-48C7-A636-8DC7869E79C1}" srcOrd="3" destOrd="0" presId="urn:microsoft.com/office/officeart/2024/3/layout/verticalVisualTextBlock1"/>
    <dgm:cxn modelId="{A262E18B-C28E-4158-8A55-576AD59984B6}" type="presParOf" srcId="{5B92F3CF-F45D-4691-B421-32769085139E}" destId="{8380D44C-25F1-4DCD-B99C-03786D6EBE3E}" srcOrd="4" destOrd="0" presId="urn:microsoft.com/office/officeart/2024/3/layout/verticalVisualTextBlock1"/>
    <dgm:cxn modelId="{687B8B9C-75F3-4704-86DA-F6F85699BBED}" type="presParOf" srcId="{8380D44C-25F1-4DCD-B99C-03786D6EBE3E}" destId="{EABB4B23-951D-4C75-A4ED-AD9A5E852B00}" srcOrd="0" destOrd="0" presId="urn:microsoft.com/office/officeart/2024/3/layout/verticalVisualTextBlock1"/>
    <dgm:cxn modelId="{7CAB2C21-B934-41BB-8A17-B6B87084C1E7}" type="presParOf" srcId="{8380D44C-25F1-4DCD-B99C-03786D6EBE3E}" destId="{9810336E-11FF-4262-B75D-17263A75692E}" srcOrd="1" destOrd="0" presId="urn:microsoft.com/office/officeart/2024/3/layout/verticalVisualTextBlock1"/>
    <dgm:cxn modelId="{BF769011-2EB3-451B-8985-6D2493415237}" type="presParOf" srcId="{8380D44C-25F1-4DCD-B99C-03786D6EBE3E}" destId="{43B0EF81-BCB3-4214-B9D0-F2AFE1A95763}" srcOrd="2" destOrd="0" presId="urn:microsoft.com/office/officeart/2024/3/layout/verticalVisualTextBlock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9CB09C-5360-4B92-9771-0CD0C277A8AF}">
      <dsp:nvSpPr>
        <dsp:cNvPr id="0" name=""/>
        <dsp:cNvSpPr/>
      </dsp:nvSpPr>
      <dsp:spPr>
        <a:xfrm>
          <a:off x="0" y="0"/>
          <a:ext cx="1283751" cy="128375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9948" r="13301" b="-1"/>
          <a:stretch/>
        </a:blipFill>
        <a:ln>
          <a:noFill/>
        </a:ln>
        <a:effectLst/>
      </dsp:spPr>
      <dsp:style>
        <a:lnRef idx="0">
          <a:scrgbClr r="0" g="0" b="0"/>
        </a:lnRef>
        <a:fillRef idx="3">
          <a:scrgbClr r="0" g="0" b="0"/>
        </a:fillRef>
        <a:effectRef idx="2">
          <a:scrgbClr r="0" g="0" b="0"/>
        </a:effectRef>
        <a:fontRef idx="minor">
          <a:schemeClr val="lt1"/>
        </a:fontRef>
      </dsp:style>
    </dsp:sp>
    <dsp:sp modelId="{566DD4CC-4CC9-4195-A5B8-FD57C9DB1F5F}">
      <dsp:nvSpPr>
        <dsp:cNvPr id="0" name=""/>
        <dsp:cNvSpPr/>
      </dsp:nvSpPr>
      <dsp:spPr>
        <a:xfrm>
          <a:off x="1463751" y="0"/>
          <a:ext cx="9499904" cy="357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minOps Function Purpose</a:t>
          </a:r>
        </a:p>
      </dsp:txBody>
      <dsp:txXfrm>
        <a:off x="1463751" y="0"/>
        <a:ext cx="9499904" cy="357849"/>
      </dsp:txXfrm>
    </dsp:sp>
    <dsp:sp modelId="{D767CD11-1220-4FB7-883A-25A29493D8CE}">
      <dsp:nvSpPr>
        <dsp:cNvPr id="0" name=""/>
        <dsp:cNvSpPr/>
      </dsp:nvSpPr>
      <dsp:spPr>
        <a:xfrm>
          <a:off x="1463751" y="357849"/>
          <a:ext cx="9499904" cy="925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function calculates minimum operations to make an array non-decreasing efficiently.</a:t>
          </a:r>
        </a:p>
      </dsp:txBody>
      <dsp:txXfrm>
        <a:off x="1463751" y="357849"/>
        <a:ext cx="9499904" cy="925901"/>
      </dsp:txXfrm>
    </dsp:sp>
    <dsp:sp modelId="{0D55669F-E7DF-4437-A24E-C19CBDA50F7A}">
      <dsp:nvSpPr>
        <dsp:cNvPr id="0" name=""/>
        <dsp:cNvSpPr/>
      </dsp:nvSpPr>
      <dsp:spPr>
        <a:xfrm>
          <a:off x="0" y="1386451"/>
          <a:ext cx="1283751" cy="128375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2919" r="29586" b="8"/>
          <a:stretch/>
        </a:blipFill>
        <a:ln>
          <a:noFill/>
        </a:ln>
        <a:effectLst/>
      </dsp:spPr>
      <dsp:style>
        <a:lnRef idx="0">
          <a:scrgbClr r="0" g="0" b="0"/>
        </a:lnRef>
        <a:fillRef idx="3">
          <a:scrgbClr r="0" g="0" b="0"/>
        </a:fillRef>
        <a:effectRef idx="2">
          <a:scrgbClr r="0" g="0" b="0"/>
        </a:effectRef>
        <a:fontRef idx="minor">
          <a:schemeClr val="lt1"/>
        </a:fontRef>
      </dsp:style>
    </dsp:sp>
    <dsp:sp modelId="{7890014D-F361-40B3-B8A4-F705D7DD2AC7}">
      <dsp:nvSpPr>
        <dsp:cNvPr id="0" name=""/>
        <dsp:cNvSpPr/>
      </dsp:nvSpPr>
      <dsp:spPr>
        <a:xfrm>
          <a:off x="1463751" y="1386451"/>
          <a:ext cx="9499904" cy="357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Element Comparison Logic</a:t>
          </a:r>
        </a:p>
      </dsp:txBody>
      <dsp:txXfrm>
        <a:off x="1463751" y="1386451"/>
        <a:ext cx="9499904" cy="357849"/>
      </dsp:txXfrm>
    </dsp:sp>
    <dsp:sp modelId="{CEBE330C-8266-40A5-8165-F4B99D9605E4}">
      <dsp:nvSpPr>
        <dsp:cNvPr id="0" name=""/>
        <dsp:cNvSpPr/>
      </dsp:nvSpPr>
      <dsp:spPr>
        <a:xfrm>
          <a:off x="1463751" y="1744300"/>
          <a:ext cx="9499904" cy="925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algorithm checks if the current element is less than the previous one to decide increments.</a:t>
          </a:r>
        </a:p>
      </dsp:txBody>
      <dsp:txXfrm>
        <a:off x="1463751" y="1744300"/>
        <a:ext cx="9499904" cy="925901"/>
      </dsp:txXfrm>
    </dsp:sp>
    <dsp:sp modelId="{EABB4B23-951D-4C75-A4ED-AD9A5E852B00}">
      <dsp:nvSpPr>
        <dsp:cNvPr id="0" name=""/>
        <dsp:cNvSpPr/>
      </dsp:nvSpPr>
      <dsp:spPr>
        <a:xfrm>
          <a:off x="0" y="2772902"/>
          <a:ext cx="1283751" cy="128375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335" r="42420" b="8"/>
          <a:stretch/>
        </a:blipFill>
        <a:ln>
          <a:noFill/>
        </a:ln>
        <a:effectLst/>
      </dsp:spPr>
      <dsp:style>
        <a:lnRef idx="0">
          <a:scrgbClr r="0" g="0" b="0"/>
        </a:lnRef>
        <a:fillRef idx="3">
          <a:scrgbClr r="0" g="0" b="0"/>
        </a:fillRef>
        <a:effectRef idx="2">
          <a:scrgbClr r="0" g="0" b="0"/>
        </a:effectRef>
        <a:fontRef idx="minor">
          <a:schemeClr val="lt1"/>
        </a:fontRef>
      </dsp:style>
    </dsp:sp>
    <dsp:sp modelId="{9810336E-11FF-4262-B75D-17263A75692E}">
      <dsp:nvSpPr>
        <dsp:cNvPr id="0" name=""/>
        <dsp:cNvSpPr/>
      </dsp:nvSpPr>
      <dsp:spPr>
        <a:xfrm>
          <a:off x="1463751" y="2772902"/>
          <a:ext cx="9499904" cy="357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Linear Efficiency</a:t>
          </a:r>
        </a:p>
      </dsp:txBody>
      <dsp:txXfrm>
        <a:off x="1463751" y="2772902"/>
        <a:ext cx="9499904" cy="357849"/>
      </dsp:txXfrm>
    </dsp:sp>
    <dsp:sp modelId="{43B0EF81-BCB3-4214-B9D0-F2AFE1A95763}">
      <dsp:nvSpPr>
        <dsp:cNvPr id="0" name=""/>
        <dsp:cNvSpPr/>
      </dsp:nvSpPr>
      <dsp:spPr>
        <a:xfrm>
          <a:off x="1463751" y="3130752"/>
          <a:ext cx="9499904" cy="925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linear approach ensures efficient computation of minimum operations with single iteration.</a:t>
          </a:r>
        </a:p>
      </dsp:txBody>
      <dsp:txXfrm>
        <a:off x="1463751" y="3130752"/>
        <a:ext cx="9499904" cy="92590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Avenir Next LT Pro Light"/>
              </a:rPr>
              <a:t>Click to move the slide</a:t>
            </a:r>
            <a:endParaRPr b="0" lang="en-US" sz="1800" spc="-1" strike="noStrike">
              <a:solidFill>
                <a:srgbClr val="000000"/>
              </a:solidFill>
              <a:latin typeface="Avenir Next LT Pro Light"/>
            </a:endParaRPr>
          </a:p>
        </p:txBody>
      </p:sp>
      <p:sp>
        <p:nvSpPr>
          <p:cNvPr id="38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384"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385" name="PlaceHolder 4"/>
          <p:cNvSpPr>
            <a:spLocks noGrp="1"/>
          </p:cNvSpPr>
          <p:nvPr>
            <p:ph type="dt" idx="19"/>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386" name="PlaceHolder 5"/>
          <p:cNvSpPr>
            <a:spLocks noGrp="1"/>
          </p:cNvSpPr>
          <p:nvPr>
            <p:ph type="ftr" idx="20"/>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387" name="PlaceHolder 6"/>
          <p:cNvSpPr>
            <a:spLocks noGrp="1"/>
          </p:cNvSpPr>
          <p:nvPr>
            <p:ph type="sldNum" idx="21"/>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96A6E0BE-EEEC-46C2-9779-EB749F48F849}"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685800" y="1143000"/>
            <a:ext cx="5486040" cy="3085920"/>
          </a:xfrm>
          <a:prstGeom prst="rect">
            <a:avLst/>
          </a:prstGeom>
          <a:ln w="0">
            <a:noFill/>
          </a:ln>
        </p:spPr>
      </p:sp>
      <p:sp>
        <p:nvSpPr>
          <p:cNvPr id="432"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AI-generated content may be incorrect.</a:t>
            </a:r>
            <a:endParaRPr b="0" lang="en-US" sz="2000" spc="-1" strike="noStrike">
              <a:latin typeface="Arial"/>
            </a:endParaRPr>
          </a:p>
          <a:p>
            <a:endParaRPr b="0" lang="en-US" sz="2000" spc="-1" strike="noStrike">
              <a:latin typeface="Arial"/>
            </a:endParaRPr>
          </a:p>
          <a:p>
            <a:r>
              <a:rPr b="0" lang="en-US" sz="2000" spc="-1" strike="noStrike">
                <a:latin typeface="Arial"/>
              </a:rPr>
              <a:t>---</a:t>
            </a:r>
            <a:endParaRPr b="0" lang="en-US" sz="2000" spc="-1" strike="noStrike">
              <a:latin typeface="Arial"/>
            </a:endParaRPr>
          </a:p>
          <a:p>
            <a:endParaRPr b="0" lang="en-US" sz="2000" spc="-1" strike="noStrike">
              <a:latin typeface="Arial"/>
            </a:endParaRPr>
          </a:p>
          <a:p>
            <a:endParaRPr b="0" lang="en-US" sz="2000" spc="-1" strike="noStrike">
              <a:latin typeface="Arial"/>
            </a:endParaRPr>
          </a:p>
          <a:p>
            <a:pPr marL="216000" indent="-216000">
              <a:lnSpc>
                <a:spcPct val="100000"/>
              </a:lnSpc>
              <a:buNone/>
            </a:pPr>
            <a:endParaRPr b="0" lang="en-US" sz="2000" spc="-1" strike="noStrike">
              <a:latin typeface="Arial"/>
            </a:endParaRPr>
          </a:p>
        </p:txBody>
      </p:sp>
      <p:sp>
        <p:nvSpPr>
          <p:cNvPr id="433"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CBE19B5-A3B6-4B40-A9C6-DEB5F71AA49D}" type="slidenum">
              <a:rPr b="0" lang="en-US" sz="1200" spc="-1" strike="noStrike">
                <a:latin typeface="Times New Roman"/>
              </a:rPr>
              <a:t>24</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685800" y="1143000"/>
            <a:ext cx="5486040" cy="3085920"/>
          </a:xfrm>
          <a:prstGeom prst="rect">
            <a:avLst/>
          </a:prstGeom>
          <a:ln w="0">
            <a:noFill/>
          </a:ln>
        </p:spPr>
      </p:sp>
      <p:sp>
        <p:nvSpPr>
          <p:cNvPr id="43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Problem Statement, Key Insights, Approach / Thought Process, Algorithm / Pseudocode, C++ Solution</a:t>
            </a:r>
            <a:endParaRPr b="0" lang="en-US" sz="2000" spc="-1" strike="noStrike">
              <a:latin typeface="Arial"/>
            </a:endParaRPr>
          </a:p>
        </p:txBody>
      </p:sp>
      <p:sp>
        <p:nvSpPr>
          <p:cNvPr id="436"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1EEA613-8AB7-4E1E-979A-F3D8D1613577}" type="slidenum">
              <a:rPr b="0" lang="en-US" sz="1200" spc="-1" strike="noStrike">
                <a:latin typeface="Times New Roman"/>
              </a:rPr>
              <a:t>24</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685800" y="1143000"/>
            <a:ext cx="5486040" cy="3085920"/>
          </a:xfrm>
          <a:prstGeom prst="rect">
            <a:avLst/>
          </a:prstGeom>
          <a:ln w="0">
            <a:noFill/>
          </a:ln>
        </p:spPr>
      </p:sp>
      <p:sp>
        <p:nvSpPr>
          <p:cNvPr id="43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Bessie the cow is back in school and is tackling a math problem involving rounding positive integers to powers of 10. To round a number a to the nearest 10^b, she identifies the b-th digit from the right. If this digit is greater than or equal to 5, she adds 10^b to the number and then sets all digits from the b-th position to the right to zero. Elsie introduces a variation called chain rounding, where the number is rounded sequentially to 10^1, 10^2, ..., up to 10^b. The task is to count how many integers x (2 ≤ x ≤ N) round differently using standard rounding versus chain rounding, where P is the smallest integer such that 10^P ≥ x. The input format includes T test cases, each with a distinct integer N (1 ≤ N ≤ 10^9), and the output should be the count of integers that round differently for each test case.</a:t>
            </a:r>
            <a:endParaRPr b="0" lang="en-US" sz="2000" spc="-1" strike="noStrike">
              <a:latin typeface="Arial"/>
            </a:endParaRPr>
          </a:p>
        </p:txBody>
      </p:sp>
      <p:sp>
        <p:nvSpPr>
          <p:cNvPr id="439"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9E46F31-620D-4599-88C6-7E97E92795A8}" type="slidenum">
              <a:rPr b="0" lang="en-US" sz="1200" spc="-1" strike="noStrike">
                <a:latin typeface="Times New Roman"/>
              </a:rPr>
              <a:t>24</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6040" cy="3085920"/>
          </a:xfrm>
          <a:prstGeom prst="rect">
            <a:avLst/>
          </a:prstGeom>
          <a:ln w="0">
            <a:noFill/>
          </a:ln>
        </p:spPr>
      </p:sp>
      <p:sp>
        <p:nvSpPr>
          <p:cNvPr id="44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key insight is that chain rounding differs from normal rounding for numbers that begin with one or more 4s followed by digits in the range 5–9. While brute-force checking works for small values of N (≤ 10^6), it becomes computationally infeasible for larger values up to 10^9. Instead of checking each number individually, valid numbers can be identified and counted based on their length and leading digits. This pattern-based approach significantly reduces computational complexity and enables efficient processing of large datasets.</a:t>
            </a:r>
            <a:endParaRPr b="0" lang="en-US" sz="2000" spc="-1" strike="noStrike">
              <a:latin typeface="Arial"/>
            </a:endParaRPr>
          </a:p>
        </p:txBody>
      </p:sp>
      <p:sp>
        <p:nvSpPr>
          <p:cNvPr id="442"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2E568B7-8935-4286-881B-C1178A3001BB}" type="slidenum">
              <a:rPr b="0" lang="en-US" sz="1200" spc="-1" strike="noStrike">
                <a:latin typeface="Times New Roman"/>
              </a:rPr>
              <a:t>24</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6040" cy="3085920"/>
          </a:xfrm>
          <a:prstGeom prst="rect">
            <a:avLst/>
          </a:prstGeom>
          <a:ln w="0">
            <a:noFill/>
          </a:ln>
        </p:spPr>
      </p:sp>
      <p:sp>
        <p:nvSpPr>
          <p:cNvPr id="44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approach involves analyzing numbers based on their digit length. For each length L, we define a lower bound as a sequence of L digits all being 4 (e.g., 444 for L=3) and an upper bound as a sequence starting with 4 followed by 9s (e.g., 499 for L=3). We then count how many numbers within this range are less than or equal to N. This process is repeated for all lengths up to the number of digits in N. By summing the counts for each valid range, we determine the total number of integers that round differently using chain rounding versus standard rounding.</a:t>
            </a:r>
            <a:endParaRPr b="0" lang="en-US" sz="2000" spc="-1" strike="noStrike">
              <a:latin typeface="Arial"/>
            </a:endParaRPr>
          </a:p>
        </p:txBody>
      </p:sp>
      <p:sp>
        <p:nvSpPr>
          <p:cNvPr id="445" name="PlaceHolder 3"/>
          <p:cNvSpPr>
            <a:spLocks noGrp="1"/>
          </p:cNvSpPr>
          <p:nvPr>
            <p:ph type="sldNum" idx="2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F5424EA-0164-4997-8E1E-370989CA92A7}" type="slidenum">
              <a:rPr b="0" lang="en-US" sz="1200" spc="-1" strike="noStrike">
                <a:latin typeface="Times New Roman"/>
              </a:rPr>
              <a:t>24</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6040" cy="3085920"/>
          </a:xfrm>
          <a:prstGeom prst="rect">
            <a:avLst/>
          </a:prstGeom>
          <a:ln w="0">
            <a:noFill/>
          </a:ln>
        </p:spPr>
      </p:sp>
      <p:sp>
        <p:nvSpPr>
          <p:cNvPr id="44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C++ implementation includes the isect function to calculate the overlap between two ranges and the solve function to compute the count of integers that round differently. The main function reads the number of test cases and processes each input value N, outputting the result of the solve function. This solution is optimized for performance and handles large inputs efficiently.</a:t>
            </a:r>
            <a:endParaRPr b="0" lang="en-US" sz="2000" spc="-1" strike="noStrike">
              <a:latin typeface="Arial"/>
            </a:endParaRPr>
          </a:p>
        </p:txBody>
      </p:sp>
      <p:sp>
        <p:nvSpPr>
          <p:cNvPr id="448" name="PlaceHolder 3"/>
          <p:cNvSpPr>
            <a:spLocks noGrp="1"/>
          </p:cNvSpPr>
          <p:nvPr>
            <p:ph type="sldNum" idx="2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40D5087-70E4-43F1-A01D-19EB2041D102}" type="slidenum">
              <a:rPr b="0" lang="en-US" sz="1200" spc="-1" strike="noStrike">
                <a:latin typeface="Times New Roman"/>
              </a:rPr>
              <a:t>24</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6040" cy="3085920"/>
          </a:xfrm>
          <a:prstGeom prst="rect">
            <a:avLst/>
          </a:prstGeom>
          <a:ln w="0">
            <a:noFill/>
          </a:ln>
        </p:spPr>
      </p:sp>
      <p:sp>
        <p:nvSpPr>
          <p:cNvPr id="45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Problem Statement, Key Insights, Approach / Thought Process, Algorithm / Pseudocode, C++ Solution</a:t>
            </a:r>
            <a:endParaRPr b="0" lang="en-US" sz="2000" spc="-1" strike="noStrike">
              <a:latin typeface="Arial"/>
            </a:endParaRPr>
          </a:p>
        </p:txBody>
      </p:sp>
      <p:sp>
        <p:nvSpPr>
          <p:cNvPr id="451" name="PlaceHolder 3"/>
          <p:cNvSpPr>
            <a:spLocks noGrp="1"/>
          </p:cNvSpPr>
          <p:nvPr>
            <p:ph type="sldNum" idx="2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D4B2F90-51DA-46C8-A128-806FC9B61B81}" type="slidenum">
              <a:rPr b="0" lang="en-US" sz="1200" spc="-1" strike="noStrike">
                <a:latin typeface="Times New Roman"/>
              </a:rPr>
              <a:t>24</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685800" y="1143000"/>
            <a:ext cx="5486040" cy="3085920"/>
          </a:xfrm>
          <a:prstGeom prst="rect">
            <a:avLst/>
          </a:prstGeom>
          <a:ln w="0">
            <a:noFill/>
          </a:ln>
        </p:spPr>
      </p:sp>
      <p:sp>
        <p:nvSpPr>
          <p:cNvPr id="4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Bessie wants to study multiple subjects each day, where each subject requires a certain number of study hours followed by sleep hours. She has a maximum of H hours available per day and can skip the last sleep. The goal is to determine the maximum number of subjects she can study in a single day in order. Each test case provides the number of subjects N, the total available hours H, and a list of study and sleep hours for each subject. The output should be the maximum number of subjects that can be studied within the time limit.</a:t>
            </a:r>
            <a:endParaRPr b="0" lang="en-US" sz="2000" spc="-1" strike="noStrike">
              <a:latin typeface="Arial"/>
            </a:endParaRPr>
          </a:p>
        </p:txBody>
      </p:sp>
      <p:sp>
        <p:nvSpPr>
          <p:cNvPr id="454" name="PlaceHolder 3"/>
          <p:cNvSpPr>
            <a:spLocks noGrp="1"/>
          </p:cNvSpPr>
          <p:nvPr>
            <p:ph type="sldNum" idx="2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D13D241-8602-4635-8870-FCD85F3B6505}" type="slidenum">
              <a:rPr b="0" lang="en-US" sz="1200" spc="-1" strike="noStrike">
                <a:latin typeface="Times New Roman"/>
              </a:rPr>
              <a:t>24</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685800" y="1143000"/>
            <a:ext cx="5486040" cy="3085920"/>
          </a:xfrm>
          <a:prstGeom prst="rect">
            <a:avLst/>
          </a:prstGeom>
          <a:ln w="0">
            <a:noFill/>
          </a:ln>
        </p:spPr>
      </p:sp>
      <p:sp>
        <p:nvSpPr>
          <p:cNvPr id="4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total time required for studying includes the sum of study hours and sleep hours, excluding the last sleep. To efficiently compute the total time for different numbers of subjects, prefix sums are used. Binary search is applied to determine the maximum number of subjects that can be studied without exceeding the time limit H. This approach ensures optimal performance even for large values of N.</a:t>
            </a:r>
            <a:endParaRPr b="0" lang="en-US" sz="2000" spc="-1" strike="noStrike">
              <a:latin typeface="Arial"/>
            </a:endParaRPr>
          </a:p>
        </p:txBody>
      </p:sp>
      <p:sp>
        <p:nvSpPr>
          <p:cNvPr id="457" name="PlaceHolder 3"/>
          <p:cNvSpPr>
            <a:spLocks noGrp="1"/>
          </p:cNvSpPr>
          <p:nvPr>
            <p:ph type="sldNum" idx="3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4A0544B-D1B6-4274-B165-5924BF66B1E8}" type="slidenum">
              <a:rPr b="0" lang="en-US" sz="1200" spc="-1" strike="noStrike">
                <a:latin typeface="Times New Roman"/>
              </a:rPr>
              <a:t>24</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685800" y="1143000"/>
            <a:ext cx="5486040" cy="3085920"/>
          </a:xfrm>
          <a:prstGeom prst="rect">
            <a:avLst/>
          </a:prstGeom>
          <a:ln w="0">
            <a:noFill/>
          </a:ln>
        </p:spPr>
      </p:sp>
      <p:sp>
        <p:nvSpPr>
          <p:cNvPr id="4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strategy involves computing prefix sums for both study and sleep hours. For any number k of subjects, the total time is calculated as the sum of the first k study hours plus the sum of the first k-1 sleep hours. A binary search is performed to find the maximum value of k such that the total time does not exceed H. This method efficiently narrows down the feasible number of subjects and ensures accurate results.</a:t>
            </a:r>
            <a:endParaRPr b="0" lang="en-US" sz="2000" spc="-1" strike="noStrike">
              <a:latin typeface="Arial"/>
            </a:endParaRPr>
          </a:p>
        </p:txBody>
      </p:sp>
      <p:sp>
        <p:nvSpPr>
          <p:cNvPr id="460"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816D22A-6952-4B75-8260-6FC07456BDBB}" type="slidenum">
              <a:rPr b="0" lang="en-US" sz="1200" spc="-1" strike="noStrike">
                <a:latin typeface="Times New Roman"/>
              </a:rPr>
              <a:t>24</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685800" y="1143000"/>
            <a:ext cx="5486040" cy="3085920"/>
          </a:xfrm>
          <a:prstGeom prst="rect">
            <a:avLst/>
          </a:prstGeom>
          <a:ln w="0">
            <a:noFill/>
          </a:ln>
        </p:spPr>
      </p:sp>
      <p:sp>
        <p:nvSpPr>
          <p:cNvPr id="4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algorithm defines a check function that verifies whether a given number of subjects can be studied within the time limit. The maxSubjects function performs a binary search over the range [0, N], updating the answer whenever the check function returns true. This approach ensures that the maximum feasible number of subjects is found efficiently.</a:t>
            </a:r>
            <a:endParaRPr b="0" lang="en-US" sz="2000" spc="-1" strike="noStrike">
              <a:latin typeface="Arial"/>
            </a:endParaRPr>
          </a:p>
        </p:txBody>
      </p:sp>
      <p:sp>
        <p:nvSpPr>
          <p:cNvPr id="463"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BF6C915-F83F-49DA-BC95-6988D39138E6}" type="slidenum">
              <a:rPr b="0" lang="en-US" sz="1200" spc="-1" strike="noStrike">
                <a:latin typeface="Times New Roman"/>
              </a:rPr>
              <a:t>24</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685800" y="1143000"/>
            <a:ext cx="5486040" cy="3085920"/>
          </a:xfrm>
          <a:prstGeom prst="rect">
            <a:avLst/>
          </a:prstGeom>
          <a:ln w="0">
            <a:noFill/>
          </a:ln>
        </p:spPr>
      </p:sp>
      <p:sp>
        <p:nvSpPr>
          <p:cNvPr id="4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C++ solution includes the check and maxSubjects functions, which implement the binary search logic. The main function reads the number of test cases and processes each input, computing the maximum number of subjects that can be studied within the given time limit. The solution is designed for high performance and handles large inputs effectively.</a:t>
            </a:r>
            <a:endParaRPr b="0" lang="en-US" sz="2000" spc="-1" strike="noStrike">
              <a:latin typeface="Arial"/>
            </a:endParaRPr>
          </a:p>
        </p:txBody>
      </p:sp>
      <p:sp>
        <p:nvSpPr>
          <p:cNvPr id="466"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F84127D-333F-4D7E-ABE9-AD40BAFD70CF}" type="slidenum">
              <a:rPr b="0" lang="en-US" sz="1200" spc="-1" strike="noStrike">
                <a:latin typeface="Times New Roman"/>
              </a:rPr>
              <a:t>24</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685800" y="1143000"/>
            <a:ext cx="5486040" cy="3085920"/>
          </a:xfrm>
          <a:prstGeom prst="rect">
            <a:avLst/>
          </a:prstGeom>
          <a:ln w="0">
            <a:noFill/>
          </a:ln>
        </p:spPr>
      </p:sp>
      <p:sp>
        <p:nvSpPr>
          <p:cNvPr id="46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Problem Statement, Key Insights, Approach / Thought Process, Algorithm / Pseudocode, C++ Solution</a:t>
            </a:r>
            <a:endParaRPr b="0" lang="en-US" sz="2000" spc="-1" strike="noStrike">
              <a:latin typeface="Arial"/>
            </a:endParaRPr>
          </a:p>
        </p:txBody>
      </p:sp>
      <p:sp>
        <p:nvSpPr>
          <p:cNvPr id="469"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C9B9541-CB35-45C2-AFEF-7B0F7EADF4E9}" type="slidenum">
              <a:rPr b="0" lang="en-US" sz="1200" spc="-1" strike="noStrike">
                <a:latin typeface="Times New Roman"/>
              </a:rPr>
              <a:t>24</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685800" y="1143000"/>
            <a:ext cx="5486040" cy="3085920"/>
          </a:xfrm>
          <a:prstGeom prst="rect">
            <a:avLst/>
          </a:prstGeom>
          <a:ln w="0">
            <a:noFill/>
          </a:ln>
        </p:spPr>
      </p:sp>
      <p:sp>
        <p:nvSpPr>
          <p:cNvPr id="47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You are given an array of N integers. You can perform an operation any number of times: choose any element and increase it by 1. The objective is to make the array non-decreasing using the minimum number of operations. Each test case provides the size of the array and the array elements. The output should be the minimum number of operations required to achieve a non-decreasing array.</a:t>
            </a:r>
            <a:endParaRPr b="0" lang="en-US" sz="2000" spc="-1" strike="noStrike">
              <a:latin typeface="Arial"/>
            </a:endParaRPr>
          </a:p>
        </p:txBody>
      </p:sp>
      <p:sp>
        <p:nvSpPr>
          <p:cNvPr id="472"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78780F02-823B-4710-8A6A-1C7EDA50A095}" type="slidenum">
              <a:rPr b="0" lang="en-US" sz="1200" spc="-1" strike="noStrike">
                <a:latin typeface="Times New Roman"/>
              </a:rPr>
              <a:t>24</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685800" y="1143000"/>
            <a:ext cx="5486040" cy="3085920"/>
          </a:xfrm>
          <a:prstGeom prst="rect">
            <a:avLst/>
          </a:prstGeom>
          <a:ln w="0">
            <a:noFill/>
          </a:ln>
        </p:spPr>
      </p:sp>
      <p:sp>
        <p:nvSpPr>
          <p:cNvPr id="47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To ensure the array is non-decreasing, each element must be greater than or equal to the previous one. Since only increases are allowed, the minimum number of operations is the sum of differences where a[i] &lt; a[i−1]. This insight simplifies the problem and allows for a linear traversal of the array to compute the required operations.</a:t>
            </a:r>
            <a:endParaRPr b="0" lang="en-US" sz="2000" spc="-1" strike="noStrike">
              <a:latin typeface="Arial"/>
            </a:endParaRPr>
          </a:p>
        </p:txBody>
      </p:sp>
      <p:sp>
        <p:nvSpPr>
          <p:cNvPr id="475" name="PlaceHolder 3"/>
          <p:cNvSpPr>
            <a:spLocks noGrp="1"/>
          </p:cNvSpPr>
          <p:nvPr>
            <p:ph type="sldNum" idx="3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6EC0713-0A21-48B6-8037-BBB4C0FEDF93}" type="slidenum">
              <a:rPr b="0" lang="en-US" sz="1200" spc="-1" strike="noStrike">
                <a:latin typeface="Times New Roman"/>
              </a:rPr>
              <a:t>24</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685800" y="1143000"/>
            <a:ext cx="5486040" cy="3085920"/>
          </a:xfrm>
          <a:prstGeom prst="rect">
            <a:avLst/>
          </a:prstGeom>
          <a:ln w="0">
            <a:noFill/>
          </a:ln>
        </p:spPr>
      </p:sp>
      <p:sp>
        <p:nvSpPr>
          <p:cNvPr id="47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approach involves initializing a counter for operations and traversing the array from left to right. Whenever an element is smaller than the previous one, it is incremented to match the previous element, and the difference is added to the operations counter. This method ensures that the array becomes non-decreasing with the minimum number of changes.</a:t>
            </a:r>
            <a:endParaRPr b="0" lang="en-US" sz="2000" spc="-1" strike="noStrike">
              <a:latin typeface="Arial"/>
            </a:endParaRPr>
          </a:p>
        </p:txBody>
      </p:sp>
      <p:sp>
        <p:nvSpPr>
          <p:cNvPr id="478" name="PlaceHolder 3"/>
          <p:cNvSpPr>
            <a:spLocks noGrp="1"/>
          </p:cNvSpPr>
          <p:nvPr>
            <p:ph type="sldNum" idx="3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DB8B3B7-2E22-4447-9D19-D28AA51DA618}" type="slidenum">
              <a:rPr b="0" lang="en-US" sz="1200" spc="-1" strike="noStrike">
                <a:latin typeface="Times New Roman"/>
              </a:rPr>
              <a:t>24</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685800" y="1143000"/>
            <a:ext cx="5486040" cy="3085920"/>
          </a:xfrm>
          <a:prstGeom prst="rect">
            <a:avLst/>
          </a:prstGeom>
          <a:ln w="0">
            <a:noFill/>
          </a:ln>
        </p:spPr>
      </p:sp>
      <p:sp>
        <p:nvSpPr>
          <p:cNvPr id="48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algorithm defines a function minOps that iterates through the array and checks if the current element is less than the previous one. If so, it adds the difference to the operations counter and updates the current element. This linear approach ensures efficient computation of the minimum operations required.</a:t>
            </a:r>
            <a:endParaRPr b="0" lang="en-US" sz="2000" spc="-1" strike="noStrike">
              <a:latin typeface="Arial"/>
            </a:endParaRPr>
          </a:p>
        </p:txBody>
      </p:sp>
      <p:sp>
        <p:nvSpPr>
          <p:cNvPr id="481" name="PlaceHolder 3"/>
          <p:cNvSpPr>
            <a:spLocks noGrp="1"/>
          </p:cNvSpPr>
          <p:nvPr>
            <p:ph type="sldNum" idx="3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6FE4171-8017-4434-AF81-D73531FC6453}"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685800" y="1143000"/>
            <a:ext cx="5486040" cy="3085920"/>
          </a:xfrm>
          <a:prstGeom prst="rect">
            <a:avLst/>
          </a:prstGeom>
          <a:ln w="0">
            <a:noFill/>
          </a:ln>
        </p:spPr>
      </p:sp>
      <p:sp>
        <p:nvSpPr>
          <p:cNvPr id="48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C++ implementation includes the minOps function and a main function that reads the number of test cases and processes each array. It computes and outputs the minimum number of operations needed to make the array non-decreasing. The solution is optimized for performance and handles large arrays effectively.</a:t>
            </a:r>
            <a:endParaRPr b="0" lang="en-US" sz="2000" spc="-1" strike="noStrike">
              <a:latin typeface="Arial"/>
            </a:endParaRPr>
          </a:p>
        </p:txBody>
      </p:sp>
      <p:sp>
        <p:nvSpPr>
          <p:cNvPr id="484" name="PlaceHolder 3"/>
          <p:cNvSpPr>
            <a:spLocks noGrp="1"/>
          </p:cNvSpPr>
          <p:nvPr>
            <p:ph type="sldNum" idx="3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4E0B8DB-AA9F-4682-B870-A579E6FCD69A}"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685800" y="1143000"/>
            <a:ext cx="5486040" cy="3085920"/>
          </a:xfrm>
          <a:prstGeom prst="rect">
            <a:avLst/>
          </a:prstGeom>
          <a:ln w="0">
            <a:noFill/>
          </a:ln>
        </p:spPr>
      </p:sp>
      <p:sp>
        <p:nvSpPr>
          <p:cNvPr id="48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Problem Statement, Key Insights, Approach / Thought Process, Algorithm / Pseudocode, C++ Solution</a:t>
            </a:r>
            <a:endParaRPr b="0" lang="en-US" sz="2000" spc="-1" strike="noStrike">
              <a:latin typeface="Arial"/>
            </a:endParaRPr>
          </a:p>
        </p:txBody>
      </p:sp>
      <p:sp>
        <p:nvSpPr>
          <p:cNvPr id="487" name="PlaceHolder 3"/>
          <p:cNvSpPr>
            <a:spLocks noGrp="1"/>
          </p:cNvSpPr>
          <p:nvPr>
            <p:ph type="sldNum" idx="4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29A2FAC-2D02-4FA9-A1F1-F4097E16F3DD}"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685800" y="1143000"/>
            <a:ext cx="5486040" cy="3085920"/>
          </a:xfrm>
          <a:prstGeom prst="rect">
            <a:avLst/>
          </a:prstGeom>
          <a:ln w="0">
            <a:noFill/>
          </a:ln>
        </p:spPr>
      </p:sp>
      <p:sp>
        <p:nvSpPr>
          <p:cNvPr id="48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Given an array of N positive integers, the task is to split it into two contiguous subarrays such that the absolute difference of their sums is minimized. Each test case provides the size of the array and the array elements. The output should be the minimum absolute difference between the sums of the two subarrays.</a:t>
            </a:r>
            <a:endParaRPr b="0" lang="en-US" sz="2000" spc="-1" strike="noStrike">
              <a:latin typeface="Arial"/>
            </a:endParaRPr>
          </a:p>
        </p:txBody>
      </p:sp>
      <p:sp>
        <p:nvSpPr>
          <p:cNvPr id="490" name="PlaceHolder 3"/>
          <p:cNvSpPr>
            <a:spLocks noGrp="1"/>
          </p:cNvSpPr>
          <p:nvPr>
            <p:ph type="sldNum" idx="4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F388BE3-1A54-4175-AEB0-4000FA20A381}"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685800" y="1143000"/>
            <a:ext cx="5486040" cy="3085920"/>
          </a:xfrm>
          <a:prstGeom prst="rect">
            <a:avLst/>
          </a:prstGeom>
          <a:ln w="0">
            <a:noFill/>
          </a:ln>
        </p:spPr>
      </p:sp>
      <p:sp>
        <p:nvSpPr>
          <p:cNvPr id="49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key insight is to compute the total sum of the array and track the prefix sum while iterating through possible split points. The minimum absolute difference is found by evaluating |total - 2*prefix| at each split point. This method ensures accurate and efficient computation of the optimal split.</a:t>
            </a:r>
            <a:endParaRPr b="0" lang="en-US" sz="2000" spc="-1" strike="noStrike">
              <a:latin typeface="Arial"/>
            </a:endParaRPr>
          </a:p>
        </p:txBody>
      </p:sp>
      <p:sp>
        <p:nvSpPr>
          <p:cNvPr id="493" name="PlaceHolder 3"/>
          <p:cNvSpPr>
            <a:spLocks noGrp="1"/>
          </p:cNvSpPr>
          <p:nvPr>
            <p:ph type="sldNum" idx="4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0BA0A5D-71D3-45E6-9D6C-D74C610C1E75}"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685800" y="1143000"/>
            <a:ext cx="5486040" cy="3085920"/>
          </a:xfrm>
          <a:prstGeom prst="rect">
            <a:avLst/>
          </a:prstGeom>
          <a:ln w="0">
            <a:noFill/>
          </a:ln>
        </p:spPr>
      </p:sp>
      <p:sp>
        <p:nvSpPr>
          <p:cNvPr id="49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approach involves calculating the total sum of the array and iterating through the array to compute prefix sums. At each split point, the difference between the two subarrays is calculated as |total_sum - 2*prefix_sum|. The minimum of these differences is tracked and returned as the result. This method ensures that the best split is found efficiently.</a:t>
            </a:r>
            <a:endParaRPr b="0" lang="en-US" sz="2000" spc="-1" strike="noStrike">
              <a:latin typeface="Arial"/>
            </a:endParaRPr>
          </a:p>
        </p:txBody>
      </p:sp>
      <p:sp>
        <p:nvSpPr>
          <p:cNvPr id="496" name="PlaceHolder 3"/>
          <p:cNvSpPr>
            <a:spLocks noGrp="1"/>
          </p:cNvSpPr>
          <p:nvPr>
            <p:ph type="sldNum" idx="4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E5B4164B-3307-4206-9A2B-D3CF87F88912}"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685800" y="1143000"/>
            <a:ext cx="5486040" cy="3085920"/>
          </a:xfrm>
          <a:prstGeom prst="rect">
            <a:avLst/>
          </a:prstGeom>
          <a:ln w="0">
            <a:noFill/>
          </a:ln>
        </p:spPr>
      </p:sp>
      <p:sp>
        <p:nvSpPr>
          <p:cNvPr id="49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algorithm defines a function minSplitDiff that computes the total sum and iterates through the array to calculate prefix sums. At each step, it updates the minimum difference using the formula |total - 2*prefix|. This linear approach ensures optimal performance and accurate results.</a:t>
            </a:r>
            <a:endParaRPr b="0" lang="en-US" sz="2000" spc="-1" strike="noStrike">
              <a:latin typeface="Arial"/>
            </a:endParaRPr>
          </a:p>
        </p:txBody>
      </p:sp>
      <p:sp>
        <p:nvSpPr>
          <p:cNvPr id="499" name="PlaceHolder 3"/>
          <p:cNvSpPr>
            <a:spLocks noGrp="1"/>
          </p:cNvSpPr>
          <p:nvPr>
            <p:ph type="sldNum" idx="4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31D2DD0-4151-4D47-BB0B-BEDBAEF43B8C}"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685800" y="1143000"/>
            <a:ext cx="5486040" cy="3085920"/>
          </a:xfrm>
          <a:prstGeom prst="rect">
            <a:avLst/>
          </a:prstGeom>
          <a:ln w="0">
            <a:noFill/>
          </a:ln>
        </p:spPr>
      </p:sp>
      <p:sp>
        <p:nvSpPr>
          <p:cNvPr id="50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a:p>
            <a:pPr marL="216000" indent="-216000">
              <a:lnSpc>
                <a:spcPct val="100000"/>
              </a:lnSpc>
              <a:buNone/>
            </a:pPr>
            <a:r>
              <a:rPr b="0" lang="en-US" sz="2000" spc="-1" strike="noStrike">
                <a:latin typeface="Arial"/>
              </a:rPr>
              <a:t>The C++ solution includes the minSplitDiff function and a main function that reads the number of test cases and processes each array. It computes and outputs the minimum absolute difference between the sums of two contiguous subarrays. The implementation is efficient and suitable for large inputs.</a:t>
            </a:r>
            <a:endParaRPr b="0" lang="en-US" sz="2000" spc="-1" strike="noStrike">
              <a:latin typeface="Arial"/>
            </a:endParaRPr>
          </a:p>
        </p:txBody>
      </p:sp>
      <p:sp>
        <p:nvSpPr>
          <p:cNvPr id="502" name="PlaceHolder 3"/>
          <p:cNvSpPr>
            <a:spLocks noGrp="1"/>
          </p:cNvSpPr>
          <p:nvPr>
            <p:ph type="sldNum" idx="4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2C5E58B-BBCC-42D1-83D4-39FA76087374}"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B439A96-F2E2-4A1F-A552-CDDDA232799F}"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9"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90" name="PlaceHolder 2"/>
          <p:cNvSpPr>
            <a:spLocks noGrp="1"/>
          </p:cNvSpPr>
          <p:nvPr>
            <p:ph type="subTitle"/>
          </p:nvPr>
        </p:nvSpPr>
        <p:spPr>
          <a:xfrm>
            <a:off x="5184720" y="958680"/>
            <a:ext cx="5939640" cy="4940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BEC50F8-E2E3-4605-90F6-4455086570BB}"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92" name="PlaceHolder 2"/>
          <p:cNvSpPr>
            <a:spLocks noGrp="1"/>
          </p:cNvSpPr>
          <p:nvPr>
            <p:ph/>
          </p:nvPr>
        </p:nvSpPr>
        <p:spPr>
          <a:xfrm>
            <a:off x="5184720" y="958680"/>
            <a:ext cx="593964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7216110-B416-4194-9B36-C75B02344A34}"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94"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95"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B4EE4C2-97C6-41B6-9D20-883C4347B39E}"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DC0C0D9-4051-404A-BF5F-A238CE24706A}"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7" name="PlaceHolder 1"/>
          <p:cNvSpPr>
            <a:spLocks noGrp="1"/>
          </p:cNvSpPr>
          <p:nvPr>
            <p:ph type="subTitle"/>
          </p:nvPr>
        </p:nvSpPr>
        <p:spPr>
          <a:xfrm>
            <a:off x="612720" y="5551200"/>
            <a:ext cx="3651120" cy="13716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43A9779E-2BCB-4782-B2D5-AB688BA44529}"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99"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00"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01"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A8B4381-BA4D-41E8-AA77-48B12350DFF0}"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03"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04"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05" name="PlaceHolder 4"/>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992664C-E894-4313-9517-46E5ADE2D27D}"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07"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08"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09" name="PlaceHolder 4"/>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A4FC3DE-B3A4-4E43-BF71-C755783ED476}"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11" name="PlaceHolder 2"/>
          <p:cNvSpPr>
            <a:spLocks noGrp="1"/>
          </p:cNvSpPr>
          <p:nvPr>
            <p:ph/>
          </p:nvPr>
        </p:nvSpPr>
        <p:spPr>
          <a:xfrm>
            <a:off x="5184720" y="95868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12" name="PlaceHolder 3"/>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FF0B804-A9CA-4195-8F91-93A9679C32C3}"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14"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15"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16"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17" name="PlaceHolder 5"/>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A1EA7BD7-E4E2-4663-894D-D675DC6AC957}"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19" name="PlaceHolder 2"/>
          <p:cNvSpPr>
            <a:spLocks noGrp="1"/>
          </p:cNvSpPr>
          <p:nvPr>
            <p:ph/>
          </p:nvPr>
        </p:nvSpPr>
        <p:spPr>
          <a:xfrm>
            <a:off x="518472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20" name="PlaceHolder 3"/>
          <p:cNvSpPr>
            <a:spLocks noGrp="1"/>
          </p:cNvSpPr>
          <p:nvPr>
            <p:ph/>
          </p:nvPr>
        </p:nvSpPr>
        <p:spPr>
          <a:xfrm>
            <a:off x="719316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21" name="PlaceHolder 4"/>
          <p:cNvSpPr>
            <a:spLocks noGrp="1"/>
          </p:cNvSpPr>
          <p:nvPr>
            <p:ph/>
          </p:nvPr>
        </p:nvSpPr>
        <p:spPr>
          <a:xfrm>
            <a:off x="920124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22" name="PlaceHolder 5"/>
          <p:cNvSpPr>
            <a:spLocks noGrp="1"/>
          </p:cNvSpPr>
          <p:nvPr>
            <p:ph/>
          </p:nvPr>
        </p:nvSpPr>
        <p:spPr>
          <a:xfrm>
            <a:off x="518472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23" name="PlaceHolder 6"/>
          <p:cNvSpPr>
            <a:spLocks noGrp="1"/>
          </p:cNvSpPr>
          <p:nvPr>
            <p:ph/>
          </p:nvPr>
        </p:nvSpPr>
        <p:spPr>
          <a:xfrm>
            <a:off x="719316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24" name="PlaceHolder 7"/>
          <p:cNvSpPr>
            <a:spLocks noGrp="1"/>
          </p:cNvSpPr>
          <p:nvPr>
            <p:ph/>
          </p:nvPr>
        </p:nvSpPr>
        <p:spPr>
          <a:xfrm>
            <a:off x="920124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51C01F16-B395-4678-8181-6A4729935338}"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6"/>
          </p:nvPr>
        </p:nvSpPr>
        <p:spPr/>
        <p:txBody>
          <a:bodyPr/>
          <a:p>
            <a:fld id="{6FA3D3A6-6392-4733-B937-448DA0CBEA07}" type="slidenum">
              <a:t>&lt;#&gt;</a:t>
            </a:fld>
          </a:p>
        </p:txBody>
      </p:sp>
      <p:sp>
        <p:nvSpPr>
          <p:cNvPr id="4" name="PlaceHolder 3"/>
          <p:cNvSpPr>
            <a:spLocks noGrp="1"/>
          </p:cNvSpPr>
          <p:nvPr>
            <p:ph type="dt" idx="5"/>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7"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78" name="PlaceHolder 2"/>
          <p:cNvSpPr>
            <a:spLocks noGrp="1"/>
          </p:cNvSpPr>
          <p:nvPr>
            <p:ph type="subTitle"/>
          </p:nvPr>
        </p:nvSpPr>
        <p:spPr>
          <a:xfrm>
            <a:off x="5184720" y="958680"/>
            <a:ext cx="5939640" cy="4940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6"/>
          </p:nvPr>
        </p:nvSpPr>
        <p:spPr/>
        <p:txBody>
          <a:bodyPr/>
          <a:p>
            <a:fld id="{72878396-ACE4-4F67-B353-CC27859BAD71}" type="slidenum">
              <a:t>&lt;#&gt;</a:t>
            </a:fld>
          </a:p>
        </p:txBody>
      </p:sp>
      <p:sp>
        <p:nvSpPr>
          <p:cNvPr id="6" name="PlaceHolder 5"/>
          <p:cNvSpPr>
            <a:spLocks noGrp="1"/>
          </p:cNvSpPr>
          <p:nvPr>
            <p:ph type="dt" idx="5"/>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80" name="PlaceHolder 2"/>
          <p:cNvSpPr>
            <a:spLocks noGrp="1"/>
          </p:cNvSpPr>
          <p:nvPr>
            <p:ph/>
          </p:nvPr>
        </p:nvSpPr>
        <p:spPr>
          <a:xfrm>
            <a:off x="5184720" y="958680"/>
            <a:ext cx="593964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6"/>
          </p:nvPr>
        </p:nvSpPr>
        <p:spPr/>
        <p:txBody>
          <a:bodyPr/>
          <a:p>
            <a:fld id="{FCBCF98B-BB1C-4725-839D-BC502E7A3856}" type="slidenum">
              <a:t>&lt;#&gt;</a:t>
            </a:fld>
          </a:p>
        </p:txBody>
      </p:sp>
      <p:sp>
        <p:nvSpPr>
          <p:cNvPr id="6" name="PlaceHolder 5"/>
          <p:cNvSpPr>
            <a:spLocks noGrp="1"/>
          </p:cNvSpPr>
          <p:nvPr>
            <p:ph type="dt" idx="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82"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83"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6"/>
          </p:nvPr>
        </p:nvSpPr>
        <p:spPr/>
        <p:txBody>
          <a:bodyPr/>
          <a:p>
            <a:fld id="{F1C50A0B-0DC5-4C68-ADE7-D3D5CCF58B31}" type="slidenum">
              <a:t>&lt;#&gt;</a:t>
            </a:fld>
          </a:p>
        </p:txBody>
      </p:sp>
      <p:sp>
        <p:nvSpPr>
          <p:cNvPr id="7" name="PlaceHolder 6"/>
          <p:cNvSpPr>
            <a:spLocks noGrp="1"/>
          </p:cNvSpPr>
          <p:nvPr>
            <p:ph type="dt" idx="5"/>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4"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6"/>
          </p:nvPr>
        </p:nvSpPr>
        <p:spPr/>
        <p:txBody>
          <a:bodyPr/>
          <a:p>
            <a:fld id="{BD9CBD76-7369-4FB9-B8EE-F4B253BDCD35}" type="slidenum">
              <a:t>&lt;#&gt;</a:t>
            </a:fld>
          </a:p>
        </p:txBody>
      </p:sp>
      <p:sp>
        <p:nvSpPr>
          <p:cNvPr id="5" name="PlaceHolder 4"/>
          <p:cNvSpPr>
            <a:spLocks noGrp="1"/>
          </p:cNvSpPr>
          <p:nvPr>
            <p:ph type="dt" idx="5"/>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5" name="PlaceHolder 1"/>
          <p:cNvSpPr>
            <a:spLocks noGrp="1"/>
          </p:cNvSpPr>
          <p:nvPr>
            <p:ph type="subTitle"/>
          </p:nvPr>
        </p:nvSpPr>
        <p:spPr>
          <a:xfrm>
            <a:off x="612720" y="5551200"/>
            <a:ext cx="3651120" cy="13716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6"/>
          </p:nvPr>
        </p:nvSpPr>
        <p:spPr/>
        <p:txBody>
          <a:bodyPr/>
          <a:p>
            <a:fld id="{4D0E32C0-C2C8-4947-A4BA-4E83427E4AC0}" type="slidenum">
              <a:t>&lt;#&gt;</a:t>
            </a:fld>
          </a:p>
        </p:txBody>
      </p:sp>
      <p:sp>
        <p:nvSpPr>
          <p:cNvPr id="5" name="PlaceHolder 4"/>
          <p:cNvSpPr>
            <a:spLocks noGrp="1"/>
          </p:cNvSpPr>
          <p:nvPr>
            <p:ph type="dt" idx="5"/>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87"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88"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89"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6"/>
          </p:nvPr>
        </p:nvSpPr>
        <p:spPr/>
        <p:txBody>
          <a:bodyPr/>
          <a:p>
            <a:fld id="{5319EFE7-502C-430A-B295-B614E4D5B71B}" type="slidenum">
              <a:t>&lt;#&gt;</a:t>
            </a:fld>
          </a:p>
        </p:txBody>
      </p:sp>
      <p:sp>
        <p:nvSpPr>
          <p:cNvPr id="8" name="PlaceHolder 7"/>
          <p:cNvSpPr>
            <a:spLocks noGrp="1"/>
          </p:cNvSpPr>
          <p:nvPr>
            <p:ph type="dt" idx="5"/>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91"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92"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93" name="PlaceHolder 4"/>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6"/>
          </p:nvPr>
        </p:nvSpPr>
        <p:spPr/>
        <p:txBody>
          <a:bodyPr/>
          <a:p>
            <a:fld id="{68E8CA4E-1780-498F-80AC-4BA6021FDBAD}" type="slidenum">
              <a:t>&lt;#&gt;</a:t>
            </a:fld>
          </a:p>
        </p:txBody>
      </p:sp>
      <p:sp>
        <p:nvSpPr>
          <p:cNvPr id="8" name="PlaceHolder 7"/>
          <p:cNvSpPr>
            <a:spLocks noGrp="1"/>
          </p:cNvSpPr>
          <p:nvPr>
            <p:ph type="dt" idx="5"/>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4"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95"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96"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197" name="PlaceHolder 4"/>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6"/>
          </p:nvPr>
        </p:nvSpPr>
        <p:spPr/>
        <p:txBody>
          <a:bodyPr/>
          <a:p>
            <a:fld id="{E144ABA9-8169-434A-AFAD-20F760719E58}" type="slidenum">
              <a:t>&lt;#&gt;</a:t>
            </a:fld>
          </a:p>
        </p:txBody>
      </p:sp>
      <p:sp>
        <p:nvSpPr>
          <p:cNvPr id="8" name="PlaceHolder 7"/>
          <p:cNvSpPr>
            <a:spLocks noGrp="1"/>
          </p:cNvSpPr>
          <p:nvPr>
            <p:ph type="dt" idx="5"/>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199" name="PlaceHolder 2"/>
          <p:cNvSpPr>
            <a:spLocks noGrp="1"/>
          </p:cNvSpPr>
          <p:nvPr>
            <p:ph/>
          </p:nvPr>
        </p:nvSpPr>
        <p:spPr>
          <a:xfrm>
            <a:off x="5184720" y="95868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00" name="PlaceHolder 3"/>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6"/>
          </p:nvPr>
        </p:nvSpPr>
        <p:spPr/>
        <p:txBody>
          <a:bodyPr/>
          <a:p>
            <a:fld id="{FE0175F8-9AD6-4A04-8906-28821D29E69E}" type="slidenum">
              <a:t>&lt;#&gt;</a:t>
            </a:fld>
          </a:p>
        </p:txBody>
      </p:sp>
      <p:sp>
        <p:nvSpPr>
          <p:cNvPr id="7" name="PlaceHolder 6"/>
          <p:cNvSpPr>
            <a:spLocks noGrp="1"/>
          </p:cNvSpPr>
          <p:nvPr>
            <p:ph type="dt" idx="5"/>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1"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02"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03"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04"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05" name="PlaceHolder 5"/>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6"/>
          </p:nvPr>
        </p:nvSpPr>
        <p:spPr/>
        <p:txBody>
          <a:bodyPr/>
          <a:p>
            <a:fld id="{249194C0-0BB3-4D91-BDB0-3DCE8EA8B38D}" type="slidenum">
              <a:t>&lt;#&gt;</a:t>
            </a:fld>
          </a:p>
        </p:txBody>
      </p:sp>
      <p:sp>
        <p:nvSpPr>
          <p:cNvPr id="9" name="PlaceHolder 8"/>
          <p:cNvSpPr>
            <a:spLocks noGrp="1"/>
          </p:cNvSpPr>
          <p:nvPr>
            <p:ph type="dt" idx="5"/>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07" name="PlaceHolder 2"/>
          <p:cNvSpPr>
            <a:spLocks noGrp="1"/>
          </p:cNvSpPr>
          <p:nvPr>
            <p:ph/>
          </p:nvPr>
        </p:nvSpPr>
        <p:spPr>
          <a:xfrm>
            <a:off x="518472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08" name="PlaceHolder 3"/>
          <p:cNvSpPr>
            <a:spLocks noGrp="1"/>
          </p:cNvSpPr>
          <p:nvPr>
            <p:ph/>
          </p:nvPr>
        </p:nvSpPr>
        <p:spPr>
          <a:xfrm>
            <a:off x="719316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09" name="PlaceHolder 4"/>
          <p:cNvSpPr>
            <a:spLocks noGrp="1"/>
          </p:cNvSpPr>
          <p:nvPr>
            <p:ph/>
          </p:nvPr>
        </p:nvSpPr>
        <p:spPr>
          <a:xfrm>
            <a:off x="920124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10" name="PlaceHolder 5"/>
          <p:cNvSpPr>
            <a:spLocks noGrp="1"/>
          </p:cNvSpPr>
          <p:nvPr>
            <p:ph/>
          </p:nvPr>
        </p:nvSpPr>
        <p:spPr>
          <a:xfrm>
            <a:off x="518472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11" name="PlaceHolder 6"/>
          <p:cNvSpPr>
            <a:spLocks noGrp="1"/>
          </p:cNvSpPr>
          <p:nvPr>
            <p:ph/>
          </p:nvPr>
        </p:nvSpPr>
        <p:spPr>
          <a:xfrm>
            <a:off x="719316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12" name="PlaceHolder 7"/>
          <p:cNvSpPr>
            <a:spLocks noGrp="1"/>
          </p:cNvSpPr>
          <p:nvPr>
            <p:ph/>
          </p:nvPr>
        </p:nvSpPr>
        <p:spPr>
          <a:xfrm>
            <a:off x="920124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6"/>
          </p:nvPr>
        </p:nvSpPr>
        <p:spPr/>
        <p:txBody>
          <a:bodyPr/>
          <a:p>
            <a:fld id="{7A8A2725-D51A-4C44-869F-B021CB65B91E}" type="slidenum">
              <a:t>&lt;#&gt;</a:t>
            </a:fld>
          </a:p>
        </p:txBody>
      </p:sp>
      <p:sp>
        <p:nvSpPr>
          <p:cNvPr id="11" name="PlaceHolder 10"/>
          <p:cNvSpPr>
            <a:spLocks noGrp="1"/>
          </p:cNvSpPr>
          <p:nvPr>
            <p:ph type="dt" idx="5"/>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8D4D5D-7F84-4E63-9400-99FC8F4AA428}"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19"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20" name="PlaceHolder 2"/>
          <p:cNvSpPr>
            <a:spLocks noGrp="1"/>
          </p:cNvSpPr>
          <p:nvPr>
            <p:ph type="subTitle"/>
          </p:nvPr>
        </p:nvSpPr>
        <p:spPr>
          <a:xfrm>
            <a:off x="5184720" y="958680"/>
            <a:ext cx="5939640" cy="4940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6DCE162D-1C1B-4EFA-B4F6-A3F206BBA085}"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22" name="PlaceHolder 2"/>
          <p:cNvSpPr>
            <a:spLocks noGrp="1"/>
          </p:cNvSpPr>
          <p:nvPr>
            <p:ph/>
          </p:nvPr>
        </p:nvSpPr>
        <p:spPr>
          <a:xfrm>
            <a:off x="5184720" y="958680"/>
            <a:ext cx="593964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DA60F91-5F94-4ED0-9DA3-A752333102AC}"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24"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25"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FDB90675-79EB-4492-AC8B-B9790135D00A}"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BF8BC8EA-9EF1-4745-AE8F-1056630633B1}"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7" name="PlaceHolder 1"/>
          <p:cNvSpPr>
            <a:spLocks noGrp="1"/>
          </p:cNvSpPr>
          <p:nvPr>
            <p:ph type="subTitle"/>
          </p:nvPr>
        </p:nvSpPr>
        <p:spPr>
          <a:xfrm>
            <a:off x="612720" y="5551200"/>
            <a:ext cx="3651120" cy="13716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03CF357D-8FD9-4948-A727-AA0AC9BF05C1}"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29"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30"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31"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26B8D393-7F7B-4307-B5BE-EBC268EEC6C3}"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33"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34"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35" name="PlaceHolder 4"/>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79584837-9015-4D55-8158-9021E772D4F5}"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37"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38"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39" name="PlaceHolder 4"/>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62393710-DAFC-4038-90CF-D93C561A292F}"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41" name="PlaceHolder 2"/>
          <p:cNvSpPr>
            <a:spLocks noGrp="1"/>
          </p:cNvSpPr>
          <p:nvPr>
            <p:ph/>
          </p:nvPr>
        </p:nvSpPr>
        <p:spPr>
          <a:xfrm>
            <a:off x="5184720" y="95868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42" name="PlaceHolder 3"/>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B4DAF353-9EB9-4DC6-929D-5367AC1B3044}"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44"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45"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46"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47" name="PlaceHolder 5"/>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4969CC4B-F3DF-476C-8E1A-675AB1F73C6B}"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48"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49" name="PlaceHolder 2"/>
          <p:cNvSpPr>
            <a:spLocks noGrp="1"/>
          </p:cNvSpPr>
          <p:nvPr>
            <p:ph/>
          </p:nvPr>
        </p:nvSpPr>
        <p:spPr>
          <a:xfrm>
            <a:off x="518472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50" name="PlaceHolder 3"/>
          <p:cNvSpPr>
            <a:spLocks noGrp="1"/>
          </p:cNvSpPr>
          <p:nvPr>
            <p:ph/>
          </p:nvPr>
        </p:nvSpPr>
        <p:spPr>
          <a:xfrm>
            <a:off x="719316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51" name="PlaceHolder 4"/>
          <p:cNvSpPr>
            <a:spLocks noGrp="1"/>
          </p:cNvSpPr>
          <p:nvPr>
            <p:ph/>
          </p:nvPr>
        </p:nvSpPr>
        <p:spPr>
          <a:xfrm>
            <a:off x="920124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52" name="PlaceHolder 5"/>
          <p:cNvSpPr>
            <a:spLocks noGrp="1"/>
          </p:cNvSpPr>
          <p:nvPr>
            <p:ph/>
          </p:nvPr>
        </p:nvSpPr>
        <p:spPr>
          <a:xfrm>
            <a:off x="518472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53" name="PlaceHolder 6"/>
          <p:cNvSpPr>
            <a:spLocks noGrp="1"/>
          </p:cNvSpPr>
          <p:nvPr>
            <p:ph/>
          </p:nvPr>
        </p:nvSpPr>
        <p:spPr>
          <a:xfrm>
            <a:off x="719316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54" name="PlaceHolder 7"/>
          <p:cNvSpPr>
            <a:spLocks noGrp="1"/>
          </p:cNvSpPr>
          <p:nvPr>
            <p:ph/>
          </p:nvPr>
        </p:nvSpPr>
        <p:spPr>
          <a:xfrm>
            <a:off x="920124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019A4F39-C782-4F88-9EC8-1A87394790D5}"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F5FBB795-44A0-40C4-B507-00E2B81E3E01}"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62"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63" name="PlaceHolder 2"/>
          <p:cNvSpPr>
            <a:spLocks noGrp="1"/>
          </p:cNvSpPr>
          <p:nvPr>
            <p:ph type="subTitle"/>
          </p:nvPr>
        </p:nvSpPr>
        <p:spPr>
          <a:xfrm>
            <a:off x="5184720" y="958680"/>
            <a:ext cx="5939640" cy="4940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6D2A7FD1-8697-4AA5-BD08-AE46350F1469}"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65" name="PlaceHolder 2"/>
          <p:cNvSpPr>
            <a:spLocks noGrp="1"/>
          </p:cNvSpPr>
          <p:nvPr>
            <p:ph/>
          </p:nvPr>
        </p:nvSpPr>
        <p:spPr>
          <a:xfrm>
            <a:off x="5184720" y="958680"/>
            <a:ext cx="593964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6D8DCFC-B8C5-4CB5-84DA-FDC2DA99952D}"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67"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68"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ABCE0C7E-17E1-4CA0-91FB-1A5858CFDBF7}"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69"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E6FEF40-677E-4863-BA0D-EDC494CBE1DA}"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70" name="PlaceHolder 1"/>
          <p:cNvSpPr>
            <a:spLocks noGrp="1"/>
          </p:cNvSpPr>
          <p:nvPr>
            <p:ph type="subTitle"/>
          </p:nvPr>
        </p:nvSpPr>
        <p:spPr>
          <a:xfrm>
            <a:off x="612720" y="5551200"/>
            <a:ext cx="3651120" cy="13716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26E48235-9810-4C66-B5F7-BE3011210FB6}"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71"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72"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73"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74"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72EC7D2E-03BE-4EE2-BCFA-FBFBED79F2AE}"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75"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76"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77"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78" name="PlaceHolder 4"/>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7928EB39-2E5F-4905-A191-3589CF03B6C9}"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80"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81"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82" name="PlaceHolder 4"/>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FB881DB1-8547-49A0-A41A-ECB5F7B641EA}"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84" name="PlaceHolder 2"/>
          <p:cNvSpPr>
            <a:spLocks noGrp="1"/>
          </p:cNvSpPr>
          <p:nvPr>
            <p:ph/>
          </p:nvPr>
        </p:nvSpPr>
        <p:spPr>
          <a:xfrm>
            <a:off x="5184720" y="95868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85" name="PlaceHolder 3"/>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B84A43BF-B19E-4F49-B3FE-B5BB028B0CE5}"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87"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88"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89"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90" name="PlaceHolder 5"/>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9104A979-108F-42D5-A2C7-472FC12459BB}"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292" name="PlaceHolder 2"/>
          <p:cNvSpPr>
            <a:spLocks noGrp="1"/>
          </p:cNvSpPr>
          <p:nvPr>
            <p:ph/>
          </p:nvPr>
        </p:nvSpPr>
        <p:spPr>
          <a:xfrm>
            <a:off x="518472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93" name="PlaceHolder 3"/>
          <p:cNvSpPr>
            <a:spLocks noGrp="1"/>
          </p:cNvSpPr>
          <p:nvPr>
            <p:ph/>
          </p:nvPr>
        </p:nvSpPr>
        <p:spPr>
          <a:xfrm>
            <a:off x="719316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94" name="PlaceHolder 4"/>
          <p:cNvSpPr>
            <a:spLocks noGrp="1"/>
          </p:cNvSpPr>
          <p:nvPr>
            <p:ph/>
          </p:nvPr>
        </p:nvSpPr>
        <p:spPr>
          <a:xfrm>
            <a:off x="920124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95" name="PlaceHolder 5"/>
          <p:cNvSpPr>
            <a:spLocks noGrp="1"/>
          </p:cNvSpPr>
          <p:nvPr>
            <p:ph/>
          </p:nvPr>
        </p:nvSpPr>
        <p:spPr>
          <a:xfrm>
            <a:off x="518472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96" name="PlaceHolder 6"/>
          <p:cNvSpPr>
            <a:spLocks noGrp="1"/>
          </p:cNvSpPr>
          <p:nvPr>
            <p:ph/>
          </p:nvPr>
        </p:nvSpPr>
        <p:spPr>
          <a:xfrm>
            <a:off x="719316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297" name="PlaceHolder 7"/>
          <p:cNvSpPr>
            <a:spLocks noGrp="1"/>
          </p:cNvSpPr>
          <p:nvPr>
            <p:ph/>
          </p:nvPr>
        </p:nvSpPr>
        <p:spPr>
          <a:xfrm>
            <a:off x="920124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6BF88A8-97A3-4D7E-B516-829CA4F62542}" type="slidenum">
              <a:t>&lt;#&gt;</a:t>
            </a:fld>
          </a:p>
        </p:txBody>
      </p:sp>
      <p:sp>
        <p:nvSpPr>
          <p:cNvPr id="11" name="PlaceHolder 10"/>
          <p:cNvSpPr>
            <a:spLocks noGrp="1"/>
          </p:cNvSpPr>
          <p:nvPr>
            <p:ph type="dt" idx="10"/>
          </p:nvPr>
        </p:nvSpPr>
        <p:spPr/>
        <p:txBody>
          <a:bodyPr/>
          <a:p>
            <a:r>
              <a:rPr lang="en-U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22C9AB6F-A3CB-48B1-8A1E-B21F98FC92DD}"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04"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05" name="PlaceHolder 2"/>
          <p:cNvSpPr>
            <a:spLocks noGrp="1"/>
          </p:cNvSpPr>
          <p:nvPr>
            <p:ph type="subTitle"/>
          </p:nvPr>
        </p:nvSpPr>
        <p:spPr>
          <a:xfrm>
            <a:off x="5184720" y="958680"/>
            <a:ext cx="5939640" cy="4940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9BC1BE6-7578-4132-916A-0A58B1A82DF6}"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07" name="PlaceHolder 2"/>
          <p:cNvSpPr>
            <a:spLocks noGrp="1"/>
          </p:cNvSpPr>
          <p:nvPr>
            <p:ph/>
          </p:nvPr>
        </p:nvSpPr>
        <p:spPr>
          <a:xfrm>
            <a:off x="5184720" y="958680"/>
            <a:ext cx="593964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8CFF1963-ABC0-4234-972D-C3B26EB7964F}"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08"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09"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10"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3ADBB20-2698-409D-A3C3-88EDA5B3EAA0}" type="slidenum">
              <a:t>&lt;#&gt;</a:t>
            </a:fld>
          </a:p>
        </p:txBody>
      </p:sp>
      <p:sp>
        <p:nvSpPr>
          <p:cNvPr id="7" name="PlaceHolder 6"/>
          <p:cNvSpPr>
            <a:spLocks noGrp="1"/>
          </p:cNvSpPr>
          <p:nvPr>
            <p:ph type="dt" idx="13"/>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11"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BF47E44B-E657-4F8B-A879-FAA13D9A639F}" type="slidenum">
              <a:t>&lt;#&gt;</a:t>
            </a:fld>
          </a:p>
        </p:txBody>
      </p:sp>
      <p:sp>
        <p:nvSpPr>
          <p:cNvPr id="5" name="PlaceHolder 4"/>
          <p:cNvSpPr>
            <a:spLocks noGrp="1"/>
          </p:cNvSpPr>
          <p:nvPr>
            <p:ph type="dt" idx="13"/>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12" name="PlaceHolder 1"/>
          <p:cNvSpPr>
            <a:spLocks noGrp="1"/>
          </p:cNvSpPr>
          <p:nvPr>
            <p:ph type="subTitle"/>
          </p:nvPr>
        </p:nvSpPr>
        <p:spPr>
          <a:xfrm>
            <a:off x="612720" y="5551200"/>
            <a:ext cx="3651120" cy="13716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927AF437-CF9C-497B-8409-F5CFFC301D29}" type="slidenum">
              <a:t>&lt;#&gt;</a:t>
            </a:fld>
          </a:p>
        </p:txBody>
      </p:sp>
      <p:sp>
        <p:nvSpPr>
          <p:cNvPr id="5" name="PlaceHolder 4"/>
          <p:cNvSpPr>
            <a:spLocks noGrp="1"/>
          </p:cNvSpPr>
          <p:nvPr>
            <p:ph type="dt" idx="13"/>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14"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15"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16"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8F03A7B5-D809-4F15-BEA9-F89BDD76DEEB}" type="slidenum">
              <a:t>&lt;#&gt;</a:t>
            </a:fld>
          </a:p>
        </p:txBody>
      </p:sp>
      <p:sp>
        <p:nvSpPr>
          <p:cNvPr id="8" name="PlaceHolder 7"/>
          <p:cNvSpPr>
            <a:spLocks noGrp="1"/>
          </p:cNvSpPr>
          <p:nvPr>
            <p:ph type="dt" idx="13"/>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17"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18"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19"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20" name="PlaceHolder 4"/>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C7446B7-96F8-4448-89CA-947864EC5EAD}" type="slidenum">
              <a:t>&lt;#&gt;</a:t>
            </a:fld>
          </a:p>
        </p:txBody>
      </p:sp>
      <p:sp>
        <p:nvSpPr>
          <p:cNvPr id="8" name="PlaceHolder 7"/>
          <p:cNvSpPr>
            <a:spLocks noGrp="1"/>
          </p:cNvSpPr>
          <p:nvPr>
            <p:ph type="dt" idx="13"/>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22"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23"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24" name="PlaceHolder 4"/>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63AAD380-555E-4F11-82CF-BE84266A714B}" type="slidenum">
              <a:t>&lt;#&gt;</a:t>
            </a:fld>
          </a:p>
        </p:txBody>
      </p:sp>
      <p:sp>
        <p:nvSpPr>
          <p:cNvPr id="8" name="PlaceHolder 7"/>
          <p:cNvSpPr>
            <a:spLocks noGrp="1"/>
          </p:cNvSpPr>
          <p:nvPr>
            <p:ph type="dt" idx="13"/>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5"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26" name="PlaceHolder 2"/>
          <p:cNvSpPr>
            <a:spLocks noGrp="1"/>
          </p:cNvSpPr>
          <p:nvPr>
            <p:ph/>
          </p:nvPr>
        </p:nvSpPr>
        <p:spPr>
          <a:xfrm>
            <a:off x="5184720" y="95868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27" name="PlaceHolder 3"/>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22D91D38-03D2-448C-8B74-F5462C29D7EC}" type="slidenum">
              <a:t>&lt;#&gt;</a:t>
            </a:fld>
          </a:p>
        </p:txBody>
      </p:sp>
      <p:sp>
        <p:nvSpPr>
          <p:cNvPr id="7" name="PlaceHolder 6"/>
          <p:cNvSpPr>
            <a:spLocks noGrp="1"/>
          </p:cNvSpPr>
          <p:nvPr>
            <p:ph type="dt" idx="13"/>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8"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29"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30"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31"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32" name="PlaceHolder 5"/>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E9A4DB24-21ED-4F92-A310-3C3EF0FAC142}" type="slidenum">
              <a:t>&lt;#&gt;</a:t>
            </a:fld>
          </a:p>
        </p:txBody>
      </p:sp>
      <p:sp>
        <p:nvSpPr>
          <p:cNvPr id="9" name="PlaceHolder 8"/>
          <p:cNvSpPr>
            <a:spLocks noGrp="1"/>
          </p:cNvSpPr>
          <p:nvPr>
            <p:ph type="dt" idx="13"/>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34" name="PlaceHolder 2"/>
          <p:cNvSpPr>
            <a:spLocks noGrp="1"/>
          </p:cNvSpPr>
          <p:nvPr>
            <p:ph/>
          </p:nvPr>
        </p:nvSpPr>
        <p:spPr>
          <a:xfrm>
            <a:off x="518472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35" name="PlaceHolder 3"/>
          <p:cNvSpPr>
            <a:spLocks noGrp="1"/>
          </p:cNvSpPr>
          <p:nvPr>
            <p:ph/>
          </p:nvPr>
        </p:nvSpPr>
        <p:spPr>
          <a:xfrm>
            <a:off x="719316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36" name="PlaceHolder 4"/>
          <p:cNvSpPr>
            <a:spLocks noGrp="1"/>
          </p:cNvSpPr>
          <p:nvPr>
            <p:ph/>
          </p:nvPr>
        </p:nvSpPr>
        <p:spPr>
          <a:xfrm>
            <a:off x="920124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37" name="PlaceHolder 5"/>
          <p:cNvSpPr>
            <a:spLocks noGrp="1"/>
          </p:cNvSpPr>
          <p:nvPr>
            <p:ph/>
          </p:nvPr>
        </p:nvSpPr>
        <p:spPr>
          <a:xfrm>
            <a:off x="518472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38" name="PlaceHolder 6"/>
          <p:cNvSpPr>
            <a:spLocks noGrp="1"/>
          </p:cNvSpPr>
          <p:nvPr>
            <p:ph/>
          </p:nvPr>
        </p:nvSpPr>
        <p:spPr>
          <a:xfrm>
            <a:off x="719316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39" name="PlaceHolder 7"/>
          <p:cNvSpPr>
            <a:spLocks noGrp="1"/>
          </p:cNvSpPr>
          <p:nvPr>
            <p:ph/>
          </p:nvPr>
        </p:nvSpPr>
        <p:spPr>
          <a:xfrm>
            <a:off x="920124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E9EDAD00-25FF-4941-BA1E-0C93E2C51C37}" type="slidenum">
              <a:t>&lt;#&gt;</a:t>
            </a:fld>
          </a:p>
        </p:txBody>
      </p:sp>
      <p:sp>
        <p:nvSpPr>
          <p:cNvPr id="11" name="PlaceHolder 10"/>
          <p:cNvSpPr>
            <a:spLocks noGrp="1"/>
          </p:cNvSpPr>
          <p:nvPr>
            <p:ph type="dt" idx="13"/>
          </p:nvPr>
        </p:nvSpPr>
        <p:spPr/>
        <p:txBody>
          <a:bodyPr/>
          <a:p>
            <a:r>
              <a:rPr lang="en-US"/>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1ADC67CA-DE20-466F-A911-D11A2B396231}"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46"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47" name="PlaceHolder 2"/>
          <p:cNvSpPr>
            <a:spLocks noGrp="1"/>
          </p:cNvSpPr>
          <p:nvPr>
            <p:ph type="subTitle"/>
          </p:nvPr>
        </p:nvSpPr>
        <p:spPr>
          <a:xfrm>
            <a:off x="5184720" y="958680"/>
            <a:ext cx="5939640" cy="4940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FAE26ADD-5BB7-4DB9-B675-E10C10040F49}" type="slidenum">
              <a:t>&lt;#&gt;</a:t>
            </a:fld>
          </a:p>
        </p:txBody>
      </p:sp>
      <p:sp>
        <p:nvSpPr>
          <p:cNvPr id="6" name="PlaceHolder 5"/>
          <p:cNvSpPr>
            <a:spLocks noGrp="1"/>
          </p:cNvSpPr>
          <p:nvPr>
            <p:ph type="dt" idx="16"/>
          </p:nvPr>
        </p:nvSpPr>
        <p:spPr/>
        <p:txBody>
          <a:bodyPr/>
          <a:p>
            <a:r>
              <a:rPr lang="en-US"/>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49" name="PlaceHolder 2"/>
          <p:cNvSpPr>
            <a:spLocks noGrp="1"/>
          </p:cNvSpPr>
          <p:nvPr>
            <p:ph/>
          </p:nvPr>
        </p:nvSpPr>
        <p:spPr>
          <a:xfrm>
            <a:off x="5184720" y="958680"/>
            <a:ext cx="593964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765EF2F7-E28C-4BB8-AC8A-7167FC8651C4}" type="slidenum">
              <a:t>&lt;#&gt;</a:t>
            </a:fld>
          </a:p>
        </p:txBody>
      </p:sp>
      <p:sp>
        <p:nvSpPr>
          <p:cNvPr id="6" name="PlaceHolder 5"/>
          <p:cNvSpPr>
            <a:spLocks noGrp="1"/>
          </p:cNvSpPr>
          <p:nvPr>
            <p:ph type="dt" idx="16"/>
          </p:nvPr>
        </p:nvSpPr>
        <p:spPr/>
        <p:txBody>
          <a:bodyPr/>
          <a:p>
            <a:r>
              <a:rPr lang="en-US"/>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50"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51"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52"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FE9489D3-C4A0-4C84-A68C-CD4764A8EBAA}"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5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FDD9E1C-16D1-446C-A55F-76A864A193C9}" type="slidenum">
              <a:t>&lt;#&gt;</a:t>
            </a:fld>
          </a:p>
        </p:txBody>
      </p:sp>
      <p:sp>
        <p:nvSpPr>
          <p:cNvPr id="5" name="PlaceHolder 4"/>
          <p:cNvSpPr>
            <a:spLocks noGrp="1"/>
          </p:cNvSpPr>
          <p:nvPr>
            <p:ph type="dt" idx="16"/>
          </p:nvPr>
        </p:nvSpPr>
        <p:spPr/>
        <p:txBody>
          <a:bodyPr/>
          <a:p>
            <a:r>
              <a:rPr lang="en-US"/>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54" name="PlaceHolder 1"/>
          <p:cNvSpPr>
            <a:spLocks noGrp="1"/>
          </p:cNvSpPr>
          <p:nvPr>
            <p:ph type="subTitle"/>
          </p:nvPr>
        </p:nvSpPr>
        <p:spPr>
          <a:xfrm>
            <a:off x="612720" y="5551200"/>
            <a:ext cx="3651120" cy="13716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568DC42A-B464-495D-8E7C-432DE4F42373}" type="slidenum">
              <a:t>&lt;#&gt;</a:t>
            </a:fld>
          </a:p>
        </p:txBody>
      </p:sp>
      <p:sp>
        <p:nvSpPr>
          <p:cNvPr id="5" name="PlaceHolder 4"/>
          <p:cNvSpPr>
            <a:spLocks noGrp="1"/>
          </p:cNvSpPr>
          <p:nvPr>
            <p:ph type="dt" idx="16"/>
          </p:nvPr>
        </p:nvSpPr>
        <p:spPr/>
        <p:txBody>
          <a:bodyPr/>
          <a:p>
            <a:r>
              <a:rPr lang="en-US"/>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55"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56"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57" name="PlaceHolder 3"/>
          <p:cNvSpPr>
            <a:spLocks noGrp="1"/>
          </p:cNvSpPr>
          <p:nvPr>
            <p:ph/>
          </p:nvPr>
        </p:nvSpPr>
        <p:spPr>
          <a:xfrm>
            <a:off x="82285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58"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4FE1FCB7-36C4-4FFF-9D17-12490A79BD9B}" type="slidenum">
              <a:t>&lt;#&gt;</a:t>
            </a:fld>
          </a:p>
        </p:txBody>
      </p:sp>
      <p:sp>
        <p:nvSpPr>
          <p:cNvPr id="8" name="PlaceHolder 7"/>
          <p:cNvSpPr>
            <a:spLocks noGrp="1"/>
          </p:cNvSpPr>
          <p:nvPr>
            <p:ph type="dt" idx="16"/>
          </p:nvPr>
        </p:nvSpPr>
        <p:spPr/>
        <p:txBody>
          <a:bodyPr/>
          <a:p>
            <a:r>
              <a:rPr lang="en-US"/>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60" name="PlaceHolder 2"/>
          <p:cNvSpPr>
            <a:spLocks noGrp="1"/>
          </p:cNvSpPr>
          <p:nvPr>
            <p:ph/>
          </p:nvPr>
        </p:nvSpPr>
        <p:spPr>
          <a:xfrm>
            <a:off x="5184720" y="958680"/>
            <a:ext cx="2898360" cy="494028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61"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62" name="PlaceHolder 4"/>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04D280B4-5B73-4A63-A9CF-81B583B2884D}" type="slidenum">
              <a:t>&lt;#&gt;</a:t>
            </a:fld>
          </a:p>
        </p:txBody>
      </p:sp>
      <p:sp>
        <p:nvSpPr>
          <p:cNvPr id="8" name="PlaceHolder 7"/>
          <p:cNvSpPr>
            <a:spLocks noGrp="1"/>
          </p:cNvSpPr>
          <p:nvPr>
            <p:ph type="dt" idx="16"/>
          </p:nvPr>
        </p:nvSpPr>
        <p:spPr/>
        <p:txBody>
          <a:bodyPr/>
          <a:p>
            <a:r>
              <a:rPr lang="en-US"/>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63"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64"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65"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66" name="PlaceHolder 4"/>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AD3F73A2-E9E1-4E93-B024-1BB1490CEC6F}" type="slidenum">
              <a:t>&lt;#&gt;</a:t>
            </a:fld>
          </a:p>
        </p:txBody>
      </p:sp>
      <p:sp>
        <p:nvSpPr>
          <p:cNvPr id="8" name="PlaceHolder 7"/>
          <p:cNvSpPr>
            <a:spLocks noGrp="1"/>
          </p:cNvSpPr>
          <p:nvPr>
            <p:ph type="dt" idx="16"/>
          </p:nvPr>
        </p:nvSpPr>
        <p:spPr/>
        <p:txBody>
          <a:bodyPr/>
          <a:p>
            <a:r>
              <a:rPr lang="en-US"/>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67"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68" name="PlaceHolder 2"/>
          <p:cNvSpPr>
            <a:spLocks noGrp="1"/>
          </p:cNvSpPr>
          <p:nvPr>
            <p:ph/>
          </p:nvPr>
        </p:nvSpPr>
        <p:spPr>
          <a:xfrm>
            <a:off x="5184720" y="95868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69" name="PlaceHolder 3"/>
          <p:cNvSpPr>
            <a:spLocks noGrp="1"/>
          </p:cNvSpPr>
          <p:nvPr>
            <p:ph/>
          </p:nvPr>
        </p:nvSpPr>
        <p:spPr>
          <a:xfrm>
            <a:off x="5184720" y="3539160"/>
            <a:ext cx="593964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5FBBE1DE-DF11-4422-961D-D5E0527C5600}"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70"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71" name="PlaceHolder 2"/>
          <p:cNvSpPr>
            <a:spLocks noGrp="1"/>
          </p:cNvSpPr>
          <p:nvPr>
            <p:ph/>
          </p:nvPr>
        </p:nvSpPr>
        <p:spPr>
          <a:xfrm>
            <a:off x="51847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72" name="PlaceHolder 3"/>
          <p:cNvSpPr>
            <a:spLocks noGrp="1"/>
          </p:cNvSpPr>
          <p:nvPr>
            <p:ph/>
          </p:nvPr>
        </p:nvSpPr>
        <p:spPr>
          <a:xfrm>
            <a:off x="8228520" y="95868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73" name="PlaceHolder 4"/>
          <p:cNvSpPr>
            <a:spLocks noGrp="1"/>
          </p:cNvSpPr>
          <p:nvPr>
            <p:ph/>
          </p:nvPr>
        </p:nvSpPr>
        <p:spPr>
          <a:xfrm>
            <a:off x="51847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74" name="PlaceHolder 5"/>
          <p:cNvSpPr>
            <a:spLocks noGrp="1"/>
          </p:cNvSpPr>
          <p:nvPr>
            <p:ph/>
          </p:nvPr>
        </p:nvSpPr>
        <p:spPr>
          <a:xfrm>
            <a:off x="8228520" y="3539160"/>
            <a:ext cx="289836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180C981C-3522-43E1-A33E-9358C91DC71A}" type="slidenum">
              <a:t>&lt;#&gt;</a:t>
            </a:fld>
          </a:p>
        </p:txBody>
      </p:sp>
      <p:sp>
        <p:nvSpPr>
          <p:cNvPr id="9" name="PlaceHolder 8"/>
          <p:cNvSpPr>
            <a:spLocks noGrp="1"/>
          </p:cNvSpPr>
          <p:nvPr>
            <p:ph type="dt" idx="16"/>
          </p:nvPr>
        </p:nvSpPr>
        <p:spPr/>
        <p:txBody>
          <a:bodyPr/>
          <a:p>
            <a:r>
              <a:rPr lang="en-US"/>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5" name="PlaceHolder 1"/>
          <p:cNvSpPr>
            <a:spLocks noGrp="1"/>
          </p:cNvSpPr>
          <p:nvPr>
            <p:ph type="title"/>
          </p:nvPr>
        </p:nvSpPr>
        <p:spPr>
          <a:xfrm>
            <a:off x="612720" y="958680"/>
            <a:ext cx="3651120" cy="4940280"/>
          </a:xfrm>
          <a:prstGeom prst="rect">
            <a:avLst/>
          </a:prstGeom>
          <a:noFill/>
          <a:ln w="0">
            <a:noFill/>
          </a:ln>
        </p:spPr>
        <p:txBody>
          <a:bodyPr lIns="0" rIns="0" tIns="0" bIns="0" anchor="ctr">
            <a:noAutofit/>
          </a:bodyPr>
          <a:p>
            <a:endParaRPr b="0" lang="en-US" sz="1800" spc="-1" strike="noStrike">
              <a:solidFill>
                <a:srgbClr val="000000"/>
              </a:solidFill>
              <a:latin typeface="Avenir Next LT Pro Light"/>
            </a:endParaRPr>
          </a:p>
        </p:txBody>
      </p:sp>
      <p:sp>
        <p:nvSpPr>
          <p:cNvPr id="376" name="PlaceHolder 2"/>
          <p:cNvSpPr>
            <a:spLocks noGrp="1"/>
          </p:cNvSpPr>
          <p:nvPr>
            <p:ph/>
          </p:nvPr>
        </p:nvSpPr>
        <p:spPr>
          <a:xfrm>
            <a:off x="518472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77" name="PlaceHolder 3"/>
          <p:cNvSpPr>
            <a:spLocks noGrp="1"/>
          </p:cNvSpPr>
          <p:nvPr>
            <p:ph/>
          </p:nvPr>
        </p:nvSpPr>
        <p:spPr>
          <a:xfrm>
            <a:off x="719316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78" name="PlaceHolder 4"/>
          <p:cNvSpPr>
            <a:spLocks noGrp="1"/>
          </p:cNvSpPr>
          <p:nvPr>
            <p:ph/>
          </p:nvPr>
        </p:nvSpPr>
        <p:spPr>
          <a:xfrm>
            <a:off x="9201240" y="95868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79" name="PlaceHolder 5"/>
          <p:cNvSpPr>
            <a:spLocks noGrp="1"/>
          </p:cNvSpPr>
          <p:nvPr>
            <p:ph/>
          </p:nvPr>
        </p:nvSpPr>
        <p:spPr>
          <a:xfrm>
            <a:off x="518472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80" name="PlaceHolder 6"/>
          <p:cNvSpPr>
            <a:spLocks noGrp="1"/>
          </p:cNvSpPr>
          <p:nvPr>
            <p:ph/>
          </p:nvPr>
        </p:nvSpPr>
        <p:spPr>
          <a:xfrm>
            <a:off x="719316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381" name="PlaceHolder 7"/>
          <p:cNvSpPr>
            <a:spLocks noGrp="1"/>
          </p:cNvSpPr>
          <p:nvPr>
            <p:ph/>
          </p:nvPr>
        </p:nvSpPr>
        <p:spPr>
          <a:xfrm>
            <a:off x="9201240" y="3539160"/>
            <a:ext cx="1912320" cy="2356200"/>
          </a:xfrm>
          <a:prstGeom prst="rect">
            <a:avLst/>
          </a:prstGeom>
          <a:noFill/>
          <a:ln w="0">
            <a:noFill/>
          </a:ln>
        </p:spPr>
        <p:txBody>
          <a:bodyPr lIns="0" rIns="0" tIns="0" bIns="0" anchor="t">
            <a:normAutofit/>
          </a:bodyPr>
          <a:p>
            <a:pPr>
              <a:lnSpc>
                <a:spcPct val="120000"/>
              </a:lnSpc>
              <a:spcBef>
                <a:spcPts val="1417"/>
              </a:spcBef>
              <a:buNone/>
            </a:pPr>
            <a:endParaRPr b="0" lang="en-US" sz="1800" spc="-1" strike="noStrike">
              <a:solidFill>
                <a:srgbClr val="595959"/>
              </a:solidFill>
              <a:latin typeface="Avenir Next LT Pro Light"/>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27822F8D-9135-4FB1-88E4-2F10E5311BB4}" type="slidenum">
              <a:t>&lt;#&gt;</a:t>
            </a:fld>
          </a:p>
        </p:txBody>
      </p:sp>
      <p:sp>
        <p:nvSpPr>
          <p:cNvPr id="11" name="PlaceHolder 10"/>
          <p:cNvSpPr>
            <a:spLocks noGrp="1"/>
          </p:cNvSpPr>
          <p:nvPr>
            <p:ph type="dt" idx="1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ae3e3"/>
        </a:solidFill>
      </p:bgPr>
    </p:bg>
    <p:spTree>
      <p:nvGrpSpPr>
        <p:cNvPr id="1" name=""/>
        <p:cNvGrpSpPr/>
        <p:nvPr/>
      </p:nvGrpSpPr>
      <p:grpSpPr>
        <a:xfrm>
          <a:off x="0" y="0"/>
          <a:ext cx="0" cy="0"/>
          <a:chOff x="0" y="0"/>
          <a:chExt cx="0" cy="0"/>
        </a:xfrm>
      </p:grpSpPr>
      <p:grpSp>
        <p:nvGrpSpPr>
          <p:cNvPr id="0" name="Group 9"/>
          <p:cNvGrpSpPr/>
          <p:nvPr/>
        </p:nvGrpSpPr>
        <p:grpSpPr>
          <a:xfrm>
            <a:off x="6070320" y="-59040"/>
            <a:ext cx="6176520" cy="6948360"/>
            <a:chOff x="6070320" y="-59040"/>
            <a:chExt cx="6176520" cy="6948360"/>
          </a:xfrm>
        </p:grpSpPr>
        <p:grpSp>
          <p:nvGrpSpPr>
            <p:cNvPr id="1" name="Group 10"/>
            <p:cNvGrpSpPr/>
            <p:nvPr/>
          </p:nvGrpSpPr>
          <p:grpSpPr>
            <a:xfrm>
              <a:off x="8842320" y="3004560"/>
              <a:ext cx="770400" cy="771840"/>
              <a:chOff x="8842320" y="3004560"/>
              <a:chExt cx="770400" cy="771840"/>
            </a:xfrm>
          </p:grpSpPr>
          <p:sp>
            <p:nvSpPr>
              <p:cNvPr id="2" name="Freeform 68"/>
              <p:cNvSpPr/>
              <p:nvPr/>
            </p:nvSpPr>
            <p:spPr>
              <a:xfrm rot="2700000">
                <a:off x="9114120" y="2956680"/>
                <a:ext cx="159480" cy="710280"/>
              </a:xfrm>
              <a:custGeom>
                <a:avLst/>
                <a:gdLst/>
                <a:ahLst/>
                <a:rect l="l" t="t" r="r" b="b"/>
                <a:pathLst>
                  <a:path w="67" h="298">
                    <a:moveTo>
                      <a:pt x="0" y="149"/>
                    </a:moveTo>
                    <a:cubicBezTo>
                      <a:pt x="0" y="208"/>
                      <a:pt x="26" y="261"/>
                      <a:pt x="67" y="298"/>
                    </a:cubicBezTo>
                    <a:cubicBezTo>
                      <a:pt x="67" y="0"/>
                      <a:pt x="67" y="0"/>
                      <a:pt x="67" y="0"/>
                    </a:cubicBezTo>
                    <a:cubicBezTo>
                      <a:pt x="26" y="36"/>
                      <a:pt x="0" y="89"/>
                      <a:pt x="0" y="149"/>
                    </a:cubicBezTo>
                    <a:close/>
                  </a:path>
                </a:pathLst>
              </a:custGeom>
              <a:gradFill rotWithShape="0">
                <a:gsLst>
                  <a:gs pos="0">
                    <a:srgbClr val="ffffff">
                      <a:alpha val="80000"/>
                    </a:srgbClr>
                  </a:gs>
                  <a:gs pos="100000">
                    <a:srgbClr val="ffffff">
                      <a:alpha val="20000"/>
                    </a:srgbClr>
                  </a:gs>
                </a:gsLst>
                <a:lin ang="18900000"/>
              </a:gradFill>
              <a:ln w="0">
                <a:noFill/>
              </a:ln>
            </p:spPr>
            <p:style>
              <a:lnRef idx="0"/>
              <a:fillRef idx="0"/>
              <a:effectRef idx="0"/>
              <a:fontRef idx="minor"/>
            </p:style>
          </p:sp>
          <p:sp>
            <p:nvSpPr>
              <p:cNvPr id="3" name="Freeform 69"/>
              <p:cNvSpPr/>
              <p:nvPr/>
            </p:nvSpPr>
            <p:spPr>
              <a:xfrm rot="2700000">
                <a:off x="9227520" y="3068640"/>
                <a:ext cx="156960" cy="710280"/>
              </a:xfrm>
              <a:custGeom>
                <a:avLst/>
                <a:gdLst/>
                <a:ahLst/>
                <a:rect l="l" t="t"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rotWithShape="0">
                <a:gsLst>
                  <a:gs pos="0">
                    <a:srgbClr val="ffffff">
                      <a:alpha val="80000"/>
                    </a:srgbClr>
                  </a:gs>
                  <a:gs pos="100000">
                    <a:srgbClr val="ffffff">
                      <a:alpha val="10196"/>
                    </a:srgbClr>
                  </a:gs>
                </a:gsLst>
                <a:lin ang="2700000"/>
              </a:gradFill>
              <a:ln w="0">
                <a:noFill/>
              </a:ln>
            </p:spPr>
            <p:style>
              <a:lnRef idx="0"/>
              <a:fillRef idx="0"/>
              <a:effectRef idx="0"/>
              <a:fontRef idx="minor"/>
            </p:style>
          </p:sp>
          <p:sp>
            <p:nvSpPr>
              <p:cNvPr id="4" name="Line 70"/>
              <p:cNvSpPr/>
              <p:nvPr/>
            </p:nvSpPr>
            <p:spPr>
              <a:xfrm flipV="1">
                <a:off x="8842320" y="3117240"/>
                <a:ext cx="659160" cy="659160"/>
              </a:xfrm>
              <a:prstGeom prst="line">
                <a:avLst/>
              </a:prstGeom>
              <a:ln w="12700">
                <a:solidFill>
                  <a:srgbClr val="ffffff"/>
                </a:solidFill>
                <a:miter/>
              </a:ln>
            </p:spPr>
            <p:style>
              <a:lnRef idx="0"/>
              <a:fillRef idx="0"/>
              <a:effectRef idx="0"/>
              <a:fontRef idx="minor"/>
            </p:style>
          </p:sp>
        </p:grpSp>
        <p:grpSp>
          <p:nvGrpSpPr>
            <p:cNvPr id="5" name="Group 11"/>
            <p:cNvGrpSpPr/>
            <p:nvPr/>
          </p:nvGrpSpPr>
          <p:grpSpPr>
            <a:xfrm>
              <a:off x="8273880" y="-59040"/>
              <a:ext cx="3972960" cy="6787800"/>
              <a:chOff x="8273880" y="-59040"/>
              <a:chExt cx="3972960" cy="6787800"/>
            </a:xfrm>
          </p:grpSpPr>
          <p:sp>
            <p:nvSpPr>
              <p:cNvPr id="6" name="Oval 51"/>
              <p:cNvSpPr/>
              <p:nvPr/>
            </p:nvSpPr>
            <p:spPr>
              <a:xfrm rot="10800000">
                <a:off x="11319120" y="5956200"/>
                <a:ext cx="340200" cy="340200"/>
              </a:xfrm>
              <a:prstGeom prst="ellipse">
                <a:avLst/>
              </a:prstGeom>
              <a:gradFill rotWithShape="0">
                <a:gsLst>
                  <a:gs pos="0">
                    <a:srgbClr val="ffffff">
                      <a:alpha val="80000"/>
                    </a:srgbClr>
                  </a:gs>
                  <a:gs pos="100000">
                    <a:srgbClr val="ffffff">
                      <a:alpha val="20000"/>
                    </a:srgbClr>
                  </a:gs>
                </a:gsLst>
                <a:lin ang="8100000"/>
              </a:gradFill>
              <a:ln w="0">
                <a:noFill/>
              </a:ln>
            </p:spPr>
            <p:style>
              <a:lnRef idx="0"/>
              <a:fillRef idx="0"/>
              <a:effectRef idx="0"/>
              <a:fontRef idx="minor"/>
            </p:style>
          </p:sp>
          <p:grpSp>
            <p:nvGrpSpPr>
              <p:cNvPr id="7" name="Group 52"/>
              <p:cNvGrpSpPr/>
              <p:nvPr/>
            </p:nvGrpSpPr>
            <p:grpSpPr>
              <a:xfrm>
                <a:off x="8273880" y="3176640"/>
                <a:ext cx="3552480" cy="3552120"/>
                <a:chOff x="8273880" y="3176640"/>
                <a:chExt cx="3552480" cy="3552120"/>
              </a:xfrm>
            </p:grpSpPr>
            <p:sp>
              <p:nvSpPr>
                <p:cNvPr id="8" name="Freeform 64"/>
                <p:cNvSpPr/>
                <p:nvPr/>
              </p:nvSpPr>
              <p:spPr>
                <a:xfrm rot="2700000">
                  <a:off x="10319760" y="454212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9" name="Freeform 81"/>
                <p:cNvSpPr/>
                <p:nvPr/>
              </p:nvSpPr>
              <p:spPr>
                <a:xfrm rot="2700000">
                  <a:off x="9781200" y="508104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0" name="Freeform 61"/>
                <p:cNvSpPr/>
                <p:nvPr/>
              </p:nvSpPr>
              <p:spPr>
                <a:xfrm rot="2700000">
                  <a:off x="9451080" y="367308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1" name="Freeform 78"/>
                <p:cNvSpPr/>
                <p:nvPr/>
              </p:nvSpPr>
              <p:spPr>
                <a:xfrm rot="2700000">
                  <a:off x="8912160" y="421200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2" name="Freeform 84"/>
                <p:cNvSpPr/>
                <p:nvPr/>
              </p:nvSpPr>
              <p:spPr>
                <a:xfrm rot="2700000">
                  <a:off x="8373240" y="475092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3" name="Freeform 87"/>
                <p:cNvSpPr/>
                <p:nvPr/>
              </p:nvSpPr>
              <p:spPr>
                <a:xfrm rot="2700000">
                  <a:off x="9242280" y="561960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4" name="Freeform 60"/>
                <p:cNvSpPr/>
                <p:nvPr/>
              </p:nvSpPr>
              <p:spPr>
                <a:xfrm rot="2700000">
                  <a:off x="11052720" y="3306600"/>
                  <a:ext cx="318600" cy="1418760"/>
                </a:xfrm>
                <a:custGeom>
                  <a:avLst/>
                  <a:gdLst/>
                  <a:ahLst/>
                  <a:rect l="l" t="t"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rotWithShape="0">
                  <a:gsLst>
                    <a:gs pos="0">
                      <a:srgbClr val="ffffff">
                        <a:alpha val="80000"/>
                      </a:srgbClr>
                    </a:gs>
                    <a:gs pos="100000">
                      <a:srgbClr val="ffffff">
                        <a:alpha val="10196"/>
                      </a:srgbClr>
                    </a:gs>
                  </a:gsLst>
                  <a:lin ang="2700000"/>
                </a:gradFill>
                <a:ln w="0">
                  <a:noFill/>
                </a:ln>
              </p:spPr>
              <p:style>
                <a:lnRef idx="0"/>
                <a:fillRef idx="0"/>
                <a:effectRef idx="0"/>
                <a:fontRef idx="minor"/>
              </p:style>
            </p:sp>
            <p:sp>
              <p:nvSpPr>
                <p:cNvPr id="15" name="Freeform 59"/>
                <p:cNvSpPr/>
                <p:nvPr/>
              </p:nvSpPr>
              <p:spPr>
                <a:xfrm rot="2700000">
                  <a:off x="10827000" y="3081240"/>
                  <a:ext cx="318600" cy="1418760"/>
                </a:xfrm>
                <a:custGeom>
                  <a:avLst/>
                  <a:gdLst/>
                  <a:ahLst/>
                  <a:rect l="l" t="t" r="r" b="b"/>
                  <a:pathLst>
                    <a:path w="67" h="298">
                      <a:moveTo>
                        <a:pt x="0" y="149"/>
                      </a:moveTo>
                      <a:cubicBezTo>
                        <a:pt x="0" y="208"/>
                        <a:pt x="26" y="261"/>
                        <a:pt x="67" y="298"/>
                      </a:cubicBezTo>
                      <a:cubicBezTo>
                        <a:pt x="67" y="0"/>
                        <a:pt x="67" y="0"/>
                        <a:pt x="67" y="0"/>
                      </a:cubicBezTo>
                      <a:cubicBezTo>
                        <a:pt x="26" y="36"/>
                        <a:pt x="0" y="89"/>
                        <a:pt x="0" y="149"/>
                      </a:cubicBezTo>
                      <a:close/>
                    </a:path>
                  </a:pathLst>
                </a:custGeom>
                <a:gradFill rotWithShape="0">
                  <a:gsLst>
                    <a:gs pos="0">
                      <a:srgbClr val="ffffff">
                        <a:alpha val="80000"/>
                      </a:srgbClr>
                    </a:gs>
                    <a:gs pos="100000">
                      <a:srgbClr val="ffffff">
                        <a:alpha val="20000"/>
                      </a:srgbClr>
                    </a:gs>
                  </a:gsLst>
                  <a:lin ang="18900000"/>
                </a:gradFill>
                <a:ln w="0">
                  <a:noFill/>
                </a:ln>
              </p:spPr>
              <p:style>
                <a:lnRef idx="0"/>
                <a:fillRef idx="0"/>
                <a:effectRef idx="0"/>
                <a:fontRef idx="minor"/>
              </p:style>
            </p:sp>
            <p:sp>
              <p:nvSpPr>
                <p:cNvPr id="16" name="Freeform 62"/>
                <p:cNvSpPr/>
                <p:nvPr/>
              </p:nvSpPr>
              <p:spPr>
                <a:xfrm rot="2700000">
                  <a:off x="9498240" y="3640680"/>
                  <a:ext cx="1228320" cy="76176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7" name="Freeform 65"/>
                <p:cNvSpPr/>
                <p:nvPr/>
              </p:nvSpPr>
              <p:spPr>
                <a:xfrm rot="2700000">
                  <a:off x="10377000" y="448488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8" name="Freeform 79"/>
                <p:cNvSpPr/>
                <p:nvPr/>
              </p:nvSpPr>
              <p:spPr>
                <a:xfrm rot="2700000">
                  <a:off x="8969400" y="4154760"/>
                  <a:ext cx="1228320" cy="79020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9" name="Freeform 82"/>
                <p:cNvSpPr/>
                <p:nvPr/>
              </p:nvSpPr>
              <p:spPr>
                <a:xfrm rot="2700000">
                  <a:off x="9838440" y="502380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20" name="Freeform 85"/>
                <p:cNvSpPr/>
                <p:nvPr/>
              </p:nvSpPr>
              <p:spPr>
                <a:xfrm rot="2700000">
                  <a:off x="8430480" y="4693680"/>
                  <a:ext cx="1228320" cy="79020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21" name="Freeform 88"/>
                <p:cNvSpPr/>
                <p:nvPr/>
              </p:nvSpPr>
              <p:spPr>
                <a:xfrm rot="2700000">
                  <a:off x="9299520" y="556236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grpSp>
              <p:nvGrpSpPr>
                <p:cNvPr id="22" name="Group 81"/>
                <p:cNvGrpSpPr/>
                <p:nvPr/>
              </p:nvGrpSpPr>
              <p:grpSpPr>
                <a:xfrm>
                  <a:off x="8832600" y="3354840"/>
                  <a:ext cx="2815200" cy="2815200"/>
                  <a:chOff x="8832600" y="3354840"/>
                  <a:chExt cx="2815200" cy="2815200"/>
                </a:xfrm>
              </p:grpSpPr>
              <p:sp>
                <p:nvSpPr>
                  <p:cNvPr id="23" name="Line 63"/>
                  <p:cNvSpPr/>
                  <p:nvPr/>
                </p:nvSpPr>
                <p:spPr>
                  <a:xfrm>
                    <a:off x="9910080" y="3354840"/>
                    <a:ext cx="367200" cy="1370520"/>
                  </a:xfrm>
                  <a:prstGeom prst="line">
                    <a:avLst/>
                  </a:prstGeom>
                  <a:ln cap="rnd" w="12700">
                    <a:solidFill>
                      <a:srgbClr val="ffffff"/>
                    </a:solidFill>
                    <a:miter/>
                  </a:ln>
                </p:spPr>
                <p:style>
                  <a:lnRef idx="0"/>
                  <a:fillRef idx="0"/>
                  <a:effectRef idx="0"/>
                  <a:fontRef idx="minor"/>
                </p:style>
              </p:sp>
              <p:sp>
                <p:nvSpPr>
                  <p:cNvPr id="24" name="Line 66"/>
                  <p:cNvSpPr/>
                  <p:nvPr/>
                </p:nvSpPr>
                <p:spPr>
                  <a:xfrm>
                    <a:off x="10277280" y="4725360"/>
                    <a:ext cx="1370520" cy="367200"/>
                  </a:xfrm>
                  <a:prstGeom prst="line">
                    <a:avLst/>
                  </a:prstGeom>
                  <a:ln cap="rnd" w="12700">
                    <a:solidFill>
                      <a:srgbClr val="ffffff"/>
                    </a:solidFill>
                    <a:miter/>
                  </a:ln>
                </p:spPr>
                <p:style>
                  <a:lnRef idx="0"/>
                  <a:fillRef idx="0"/>
                  <a:effectRef idx="0"/>
                  <a:fontRef idx="minor"/>
                </p:style>
              </p:sp>
              <p:sp>
                <p:nvSpPr>
                  <p:cNvPr id="25" name="Line 67"/>
                  <p:cNvSpPr/>
                  <p:nvPr/>
                </p:nvSpPr>
                <p:spPr>
                  <a:xfrm flipV="1">
                    <a:off x="8886600" y="3402000"/>
                    <a:ext cx="2714040" cy="2714400"/>
                  </a:xfrm>
                  <a:prstGeom prst="line">
                    <a:avLst/>
                  </a:prstGeom>
                  <a:ln w="12700">
                    <a:solidFill>
                      <a:srgbClr val="ffffff"/>
                    </a:solidFill>
                    <a:miter/>
                  </a:ln>
                </p:spPr>
                <p:style>
                  <a:lnRef idx="0"/>
                  <a:fillRef idx="0"/>
                  <a:effectRef idx="0"/>
                  <a:fontRef idx="minor"/>
                </p:style>
              </p:sp>
              <p:sp>
                <p:nvSpPr>
                  <p:cNvPr id="26" name="Line 80"/>
                  <p:cNvSpPr/>
                  <p:nvPr/>
                </p:nvSpPr>
                <p:spPr>
                  <a:xfrm>
                    <a:off x="9371520" y="3893760"/>
                    <a:ext cx="366840" cy="1370520"/>
                  </a:xfrm>
                  <a:prstGeom prst="line">
                    <a:avLst/>
                  </a:prstGeom>
                  <a:ln cap="rnd" w="12700">
                    <a:solidFill>
                      <a:srgbClr val="ffffff"/>
                    </a:solidFill>
                    <a:miter/>
                  </a:ln>
                </p:spPr>
                <p:style>
                  <a:lnRef idx="0"/>
                  <a:fillRef idx="0"/>
                  <a:effectRef idx="0"/>
                  <a:fontRef idx="minor"/>
                </p:style>
              </p:sp>
              <p:sp>
                <p:nvSpPr>
                  <p:cNvPr id="27" name="Line 83"/>
                  <p:cNvSpPr/>
                  <p:nvPr/>
                </p:nvSpPr>
                <p:spPr>
                  <a:xfrm>
                    <a:off x="9738360" y="5264280"/>
                    <a:ext cx="1370520" cy="367200"/>
                  </a:xfrm>
                  <a:prstGeom prst="line">
                    <a:avLst/>
                  </a:prstGeom>
                  <a:ln cap="rnd" w="12700">
                    <a:solidFill>
                      <a:srgbClr val="ffffff"/>
                    </a:solidFill>
                    <a:miter/>
                  </a:ln>
                </p:spPr>
                <p:style>
                  <a:lnRef idx="0"/>
                  <a:fillRef idx="0"/>
                  <a:effectRef idx="0"/>
                  <a:fontRef idx="minor"/>
                </p:style>
              </p:sp>
              <p:sp>
                <p:nvSpPr>
                  <p:cNvPr id="28" name="Line 86"/>
                  <p:cNvSpPr/>
                  <p:nvPr/>
                </p:nvSpPr>
                <p:spPr>
                  <a:xfrm>
                    <a:off x="8832600" y="4432320"/>
                    <a:ext cx="366840" cy="1370880"/>
                  </a:xfrm>
                  <a:prstGeom prst="line">
                    <a:avLst/>
                  </a:prstGeom>
                  <a:ln cap="rnd" w="12700">
                    <a:solidFill>
                      <a:srgbClr val="ffffff"/>
                    </a:solidFill>
                    <a:miter/>
                  </a:ln>
                </p:spPr>
                <p:style>
                  <a:lnRef idx="0"/>
                  <a:fillRef idx="0"/>
                  <a:effectRef idx="0"/>
                  <a:fontRef idx="minor"/>
                </p:style>
              </p:sp>
              <p:sp>
                <p:nvSpPr>
                  <p:cNvPr id="29" name="Line 89"/>
                  <p:cNvSpPr/>
                  <p:nvPr/>
                </p:nvSpPr>
                <p:spPr>
                  <a:xfrm>
                    <a:off x="9199440" y="5803200"/>
                    <a:ext cx="1370880" cy="366840"/>
                  </a:xfrm>
                  <a:prstGeom prst="line">
                    <a:avLst/>
                  </a:prstGeom>
                  <a:ln cap="rnd" w="12700">
                    <a:solidFill>
                      <a:srgbClr val="ffffff"/>
                    </a:solidFill>
                    <a:miter/>
                  </a:ln>
                </p:spPr>
                <p:style>
                  <a:lnRef idx="0"/>
                  <a:fillRef idx="0"/>
                  <a:effectRef idx="0"/>
                  <a:fontRef idx="minor"/>
                </p:style>
              </p:sp>
            </p:grpSp>
          </p:grpSp>
          <p:grpSp>
            <p:nvGrpSpPr>
              <p:cNvPr id="30" name="Group 53"/>
              <p:cNvGrpSpPr/>
              <p:nvPr/>
            </p:nvGrpSpPr>
            <p:grpSpPr>
              <a:xfrm>
                <a:off x="9711720" y="-59040"/>
                <a:ext cx="2535120" cy="2528640"/>
                <a:chOff x="9711720" y="-59040"/>
                <a:chExt cx="2535120" cy="2528640"/>
              </a:xfrm>
            </p:grpSpPr>
            <p:grpSp>
              <p:nvGrpSpPr>
                <p:cNvPr id="31" name="Group 59"/>
                <p:cNvGrpSpPr/>
                <p:nvPr/>
              </p:nvGrpSpPr>
              <p:grpSpPr>
                <a:xfrm>
                  <a:off x="9987480" y="533880"/>
                  <a:ext cx="1663560" cy="1661760"/>
                  <a:chOff x="9987480" y="533880"/>
                  <a:chExt cx="1663560" cy="1661760"/>
                </a:xfrm>
              </p:grpSpPr>
              <p:sp>
                <p:nvSpPr>
                  <p:cNvPr id="32" name="Straight Connector 63"/>
                  <p:cNvSpPr/>
                  <p:nvPr/>
                </p:nvSpPr>
                <p:spPr>
                  <a:xfrm flipH="1">
                    <a:off x="10051920" y="570960"/>
                    <a:ext cx="1561320" cy="1561680"/>
                  </a:xfrm>
                  <a:prstGeom prst="line">
                    <a:avLst/>
                  </a:prstGeom>
                  <a:ln w="12700">
                    <a:solidFill>
                      <a:srgbClr val="ffffff"/>
                    </a:solidFill>
                  </a:ln>
                </p:spPr>
                <p:style>
                  <a:lnRef idx="1">
                    <a:schemeClr val="accent1"/>
                  </a:lnRef>
                  <a:fillRef idx="0">
                    <a:schemeClr val="accent1"/>
                  </a:fillRef>
                  <a:effectRef idx="0">
                    <a:schemeClr val="accent1"/>
                  </a:effectRef>
                  <a:fontRef idx="minor"/>
                </p:style>
              </p:sp>
              <p:sp>
                <p:nvSpPr>
                  <p:cNvPr id="33" name="Straight Connector 64"/>
                  <p:cNvSpPr/>
                  <p:nvPr/>
                </p:nvSpPr>
                <p:spPr>
                  <a:xfrm>
                    <a:off x="9987480" y="950760"/>
                    <a:ext cx="1245240" cy="1244880"/>
                  </a:xfrm>
                  <a:prstGeom prst="line">
                    <a:avLst/>
                  </a:prstGeom>
                  <a:ln w="12700">
                    <a:solidFill>
                      <a:srgbClr val="ffffff"/>
                    </a:solidFill>
                  </a:ln>
                </p:spPr>
                <p:style>
                  <a:lnRef idx="1">
                    <a:schemeClr val="accent1"/>
                  </a:lnRef>
                  <a:fillRef idx="0">
                    <a:schemeClr val="accent1"/>
                  </a:fillRef>
                  <a:effectRef idx="0">
                    <a:schemeClr val="accent1"/>
                  </a:effectRef>
                  <a:fontRef idx="minor"/>
                </p:style>
              </p:sp>
              <p:sp>
                <p:nvSpPr>
                  <p:cNvPr id="34" name="Rectangle 30"/>
                  <p:cNvSpPr/>
                  <p:nvPr/>
                </p:nvSpPr>
                <p:spPr>
                  <a:xfrm rot="16200000">
                    <a:off x="10610640" y="586440"/>
                    <a:ext cx="987480" cy="987480"/>
                  </a:xfrm>
                  <a:custGeom>
                    <a:avLst/>
                    <a:gdLst/>
                    <a:ahLst/>
                    <a:rect l="l" t="t" r="r" b="b"/>
                    <a:pathLst>
                      <a:path w="1302493" h="1302493">
                        <a:moveTo>
                          <a:pt x="0" y="1302493"/>
                        </a:moveTo>
                        <a:lnTo>
                          <a:pt x="0" y="0"/>
                        </a:lnTo>
                        <a:lnTo>
                          <a:pt x="1302493" y="0"/>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p:style>
              </p:sp>
              <p:sp>
                <p:nvSpPr>
                  <p:cNvPr id="35" name="Rectangle 30"/>
                  <p:cNvSpPr/>
                  <p:nvPr/>
                </p:nvSpPr>
                <p:spPr>
                  <a:xfrm rot="16200000">
                    <a:off x="11045160" y="533880"/>
                    <a:ext cx="605880" cy="605880"/>
                  </a:xfrm>
                  <a:custGeom>
                    <a:avLst/>
                    <a:gdLst/>
                    <a:ahLst/>
                    <a:rect l="l" t="t" r="r" b="b"/>
                    <a:pathLst>
                      <a:path w="1302493" h="1302493">
                        <a:moveTo>
                          <a:pt x="0" y="1302493"/>
                        </a:moveTo>
                        <a:lnTo>
                          <a:pt x="0" y="0"/>
                        </a:lnTo>
                        <a:lnTo>
                          <a:pt x="1302493" y="0"/>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p:style>
              </p:sp>
            </p:grpSp>
            <p:grpSp>
              <p:nvGrpSpPr>
                <p:cNvPr id="36" name="Group 60"/>
                <p:cNvGrpSpPr/>
                <p:nvPr/>
              </p:nvGrpSpPr>
              <p:grpSpPr>
                <a:xfrm>
                  <a:off x="9711720" y="-59040"/>
                  <a:ext cx="2535120" cy="2528640"/>
                  <a:chOff x="9711720" y="-59040"/>
                  <a:chExt cx="2535120" cy="2528640"/>
                </a:xfrm>
              </p:grpSpPr>
              <p:sp>
                <p:nvSpPr>
                  <p:cNvPr id="37" name="Freeform: Shape 57"/>
                  <p:cNvSpPr/>
                  <p:nvPr/>
                </p:nvSpPr>
                <p:spPr>
                  <a:xfrm rot="2700000">
                    <a:off x="10215360" y="-6120"/>
                    <a:ext cx="892440" cy="1794600"/>
                  </a:xfrm>
                  <a:custGeom>
                    <a:avLst/>
                    <a:gdLst/>
                    <a:ah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rotWithShape="0">
                    <a:gsLst>
                      <a:gs pos="0">
                        <a:srgbClr val="ffffff">
                          <a:alpha val="80000"/>
                        </a:srgbClr>
                      </a:gs>
                      <a:gs pos="100000">
                        <a:srgbClr val="ffffff">
                          <a:alpha val="20000"/>
                        </a:srgbClr>
                      </a:gs>
                    </a:gsLst>
                    <a:lin ang="18900000"/>
                  </a:gradFill>
                  <a:ln w="0">
                    <a:noFill/>
                  </a:ln>
                </p:spPr>
                <p:style>
                  <a:lnRef idx="0"/>
                  <a:fillRef idx="0"/>
                  <a:effectRef idx="0"/>
                  <a:fontRef idx="minor"/>
                </p:style>
              </p:sp>
              <p:sp>
                <p:nvSpPr>
                  <p:cNvPr id="38" name="Freeform: Shape 58"/>
                  <p:cNvSpPr/>
                  <p:nvPr/>
                </p:nvSpPr>
                <p:spPr>
                  <a:xfrm rot="2700000">
                    <a:off x="10850040" y="621720"/>
                    <a:ext cx="892800" cy="1794600"/>
                  </a:xfrm>
                  <a:custGeom>
                    <a:avLst/>
                    <a:gdLst/>
                    <a:ah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rotWithShape="0">
                    <a:gsLst>
                      <a:gs pos="0">
                        <a:srgbClr val="ffffff">
                          <a:alpha val="80000"/>
                        </a:srgbClr>
                      </a:gs>
                      <a:gs pos="100000">
                        <a:srgbClr val="ffffff">
                          <a:alpha val="10196"/>
                        </a:srgbClr>
                      </a:gs>
                    </a:gsLst>
                    <a:lin ang="2700000"/>
                  </a:gradFill>
                  <a:ln w="0">
                    <a:noFill/>
                  </a:ln>
                </p:spPr>
                <p:style>
                  <a:lnRef idx="0"/>
                  <a:fillRef idx="0"/>
                  <a:effectRef idx="0"/>
                  <a:fontRef idx="minor"/>
                </p:style>
              </p:sp>
            </p:grpSp>
          </p:grpSp>
          <p:grpSp>
            <p:nvGrpSpPr>
              <p:cNvPr id="39" name="Group 54"/>
              <p:cNvGrpSpPr/>
              <p:nvPr/>
            </p:nvGrpSpPr>
            <p:grpSpPr>
              <a:xfrm>
                <a:off x="9785880" y="2531880"/>
                <a:ext cx="1862280" cy="633240"/>
                <a:chOff x="9785880" y="2531880"/>
                <a:chExt cx="1862280" cy="633240"/>
              </a:xfrm>
            </p:grpSpPr>
            <p:grpSp>
              <p:nvGrpSpPr>
                <p:cNvPr id="40" name="Group 55"/>
                <p:cNvGrpSpPr/>
                <p:nvPr/>
              </p:nvGrpSpPr>
              <p:grpSpPr>
                <a:xfrm>
                  <a:off x="10229400" y="2531880"/>
                  <a:ext cx="1418760" cy="633240"/>
                  <a:chOff x="10229400" y="2531880"/>
                  <a:chExt cx="1418760" cy="633240"/>
                </a:xfrm>
              </p:grpSpPr>
              <p:sp>
                <p:nvSpPr>
                  <p:cNvPr id="41" name="Freeform 68"/>
                  <p:cNvSpPr/>
                  <p:nvPr/>
                </p:nvSpPr>
                <p:spPr>
                  <a:xfrm rot="5400000">
                    <a:off x="10779480" y="1981800"/>
                    <a:ext cx="318600" cy="1418760"/>
                  </a:xfrm>
                  <a:custGeom>
                    <a:avLst/>
                    <a:gdLst/>
                    <a:ahLst/>
                    <a:rect l="l" t="t" r="r" b="b"/>
                    <a:pathLst>
                      <a:path w="67" h="298">
                        <a:moveTo>
                          <a:pt x="0" y="149"/>
                        </a:moveTo>
                        <a:cubicBezTo>
                          <a:pt x="0" y="208"/>
                          <a:pt x="26" y="261"/>
                          <a:pt x="67" y="298"/>
                        </a:cubicBezTo>
                        <a:cubicBezTo>
                          <a:pt x="67" y="0"/>
                          <a:pt x="67" y="0"/>
                          <a:pt x="67" y="0"/>
                        </a:cubicBezTo>
                        <a:cubicBezTo>
                          <a:pt x="26" y="36"/>
                          <a:pt x="0" y="89"/>
                          <a:pt x="0" y="149"/>
                        </a:cubicBezTo>
                        <a:close/>
                      </a:path>
                    </a:pathLst>
                  </a:custGeom>
                  <a:gradFill rotWithShape="0">
                    <a:gsLst>
                      <a:gs pos="0">
                        <a:srgbClr val="ffffff">
                          <a:alpha val="80000"/>
                        </a:srgbClr>
                      </a:gs>
                      <a:gs pos="100000">
                        <a:srgbClr val="ffffff">
                          <a:alpha val="20000"/>
                        </a:srgbClr>
                      </a:gs>
                    </a:gsLst>
                    <a:lin ang="18900000"/>
                  </a:gradFill>
                  <a:ln w="0">
                    <a:noFill/>
                  </a:ln>
                </p:spPr>
                <p:style>
                  <a:lnRef idx="0"/>
                  <a:fillRef idx="0"/>
                  <a:effectRef idx="0"/>
                  <a:fontRef idx="minor"/>
                </p:style>
              </p:sp>
              <p:sp>
                <p:nvSpPr>
                  <p:cNvPr id="42" name="Freeform 69"/>
                  <p:cNvSpPr/>
                  <p:nvPr/>
                </p:nvSpPr>
                <p:spPr>
                  <a:xfrm rot="5400000">
                    <a:off x="10781640" y="2298600"/>
                    <a:ext cx="313920" cy="1418760"/>
                  </a:xfrm>
                  <a:custGeom>
                    <a:avLst/>
                    <a:gdLst/>
                    <a:ahLst/>
                    <a:rect l="l" t="t"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rotWithShape="0">
                    <a:gsLst>
                      <a:gs pos="0">
                        <a:srgbClr val="ffffff">
                          <a:alpha val="80000"/>
                        </a:srgbClr>
                      </a:gs>
                      <a:gs pos="100000">
                        <a:srgbClr val="ffffff">
                          <a:alpha val="10196"/>
                        </a:srgbClr>
                      </a:gs>
                    </a:gsLst>
                    <a:lin ang="2700000"/>
                  </a:gradFill>
                  <a:ln w="0">
                    <a:noFill/>
                  </a:ln>
                </p:spPr>
                <p:style>
                  <a:lnRef idx="0"/>
                  <a:fillRef idx="0"/>
                  <a:effectRef idx="0"/>
                  <a:fontRef idx="minor"/>
                </p:style>
              </p:sp>
            </p:grpSp>
            <p:sp>
              <p:nvSpPr>
                <p:cNvPr id="43" name="Line 70"/>
                <p:cNvSpPr/>
                <p:nvPr/>
              </p:nvSpPr>
              <p:spPr>
                <a:xfrm>
                  <a:off x="9785880" y="2850840"/>
                  <a:ext cx="1861920" cy="360"/>
                </a:xfrm>
                <a:prstGeom prst="line">
                  <a:avLst/>
                </a:prstGeom>
                <a:ln w="12700">
                  <a:solidFill>
                    <a:srgbClr val="ffffff"/>
                  </a:solidFill>
                  <a:miter/>
                </a:ln>
              </p:spPr>
              <p:style>
                <a:lnRef idx="0"/>
                <a:fillRef idx="0"/>
                <a:effectRef idx="0"/>
                <a:fontRef idx="minor"/>
              </p:style>
            </p:sp>
          </p:grpSp>
        </p:grpSp>
        <p:grpSp>
          <p:nvGrpSpPr>
            <p:cNvPr id="44" name="Group 12"/>
            <p:cNvGrpSpPr/>
            <p:nvPr/>
          </p:nvGrpSpPr>
          <p:grpSpPr>
            <a:xfrm>
              <a:off x="6070320" y="101520"/>
              <a:ext cx="3972600" cy="6787800"/>
              <a:chOff x="6070320" y="101520"/>
              <a:chExt cx="3972600" cy="6787800"/>
            </a:xfrm>
          </p:grpSpPr>
          <p:sp>
            <p:nvSpPr>
              <p:cNvPr id="45" name="Oval 13"/>
              <p:cNvSpPr/>
              <p:nvPr/>
            </p:nvSpPr>
            <p:spPr>
              <a:xfrm>
                <a:off x="6657480" y="534240"/>
                <a:ext cx="340200" cy="340200"/>
              </a:xfrm>
              <a:prstGeom prst="ellipse">
                <a:avLst/>
              </a:prstGeom>
              <a:gradFill rotWithShape="0">
                <a:gsLst>
                  <a:gs pos="0">
                    <a:srgbClr val="ffffff">
                      <a:alpha val="80000"/>
                    </a:srgbClr>
                  </a:gs>
                  <a:gs pos="100000">
                    <a:srgbClr val="ffffff">
                      <a:alpha val="20000"/>
                    </a:srgbClr>
                  </a:gs>
                </a:gsLst>
                <a:lin ang="8100000"/>
              </a:gradFill>
              <a:ln w="0">
                <a:noFill/>
              </a:ln>
            </p:spPr>
            <p:style>
              <a:lnRef idx="0"/>
              <a:fillRef idx="0"/>
              <a:effectRef idx="0"/>
              <a:fontRef idx="minor"/>
            </p:style>
          </p:sp>
          <p:grpSp>
            <p:nvGrpSpPr>
              <p:cNvPr id="46" name="Group 14"/>
              <p:cNvGrpSpPr/>
              <p:nvPr/>
            </p:nvGrpSpPr>
            <p:grpSpPr>
              <a:xfrm>
                <a:off x="6490800" y="101520"/>
                <a:ext cx="3552120" cy="3552480"/>
                <a:chOff x="6490800" y="101520"/>
                <a:chExt cx="3552120" cy="3552480"/>
              </a:xfrm>
            </p:grpSpPr>
            <p:sp>
              <p:nvSpPr>
                <p:cNvPr id="47" name="Freeform 64"/>
                <p:cNvSpPr/>
                <p:nvPr/>
              </p:nvSpPr>
              <p:spPr>
                <a:xfrm rot="13500000">
                  <a:off x="6768360" y="149796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48" name="Freeform 81"/>
                <p:cNvSpPr/>
                <p:nvPr/>
              </p:nvSpPr>
              <p:spPr>
                <a:xfrm rot="13500000">
                  <a:off x="7307280" y="95904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49" name="Freeform 61"/>
                <p:cNvSpPr/>
                <p:nvPr/>
              </p:nvSpPr>
              <p:spPr>
                <a:xfrm rot="13500000">
                  <a:off x="7637400" y="236664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50" name="Freeform 78"/>
                <p:cNvSpPr/>
                <p:nvPr/>
              </p:nvSpPr>
              <p:spPr>
                <a:xfrm rot="13500000">
                  <a:off x="8176320" y="182772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51" name="Freeform 84"/>
                <p:cNvSpPr/>
                <p:nvPr/>
              </p:nvSpPr>
              <p:spPr>
                <a:xfrm rot="13500000">
                  <a:off x="8714880" y="128916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52" name="Freeform 87"/>
                <p:cNvSpPr/>
                <p:nvPr/>
              </p:nvSpPr>
              <p:spPr>
                <a:xfrm rot="13500000">
                  <a:off x="7846200" y="42012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53" name="Freeform 60"/>
                <p:cNvSpPr/>
                <p:nvPr/>
              </p:nvSpPr>
              <p:spPr>
                <a:xfrm rot="13500000">
                  <a:off x="6945480" y="2104560"/>
                  <a:ext cx="318600" cy="1418760"/>
                </a:xfrm>
                <a:custGeom>
                  <a:avLst/>
                  <a:gdLst/>
                  <a:ahLst/>
                  <a:rect l="l" t="t"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rotWithShape="0">
                  <a:gsLst>
                    <a:gs pos="0">
                      <a:srgbClr val="ffffff">
                        <a:alpha val="80000"/>
                      </a:srgbClr>
                    </a:gs>
                    <a:gs pos="100000">
                      <a:srgbClr val="ffffff">
                        <a:alpha val="10196"/>
                      </a:srgbClr>
                    </a:gs>
                  </a:gsLst>
                  <a:lin ang="2700000"/>
                </a:gradFill>
                <a:ln w="0">
                  <a:noFill/>
                </a:ln>
              </p:spPr>
              <p:style>
                <a:lnRef idx="0"/>
                <a:fillRef idx="0"/>
                <a:effectRef idx="0"/>
                <a:fontRef idx="minor"/>
              </p:style>
            </p:sp>
            <p:sp>
              <p:nvSpPr>
                <p:cNvPr id="54" name="Freeform 59"/>
                <p:cNvSpPr/>
                <p:nvPr/>
              </p:nvSpPr>
              <p:spPr>
                <a:xfrm rot="13500000">
                  <a:off x="7171200" y="2330280"/>
                  <a:ext cx="318600" cy="1418760"/>
                </a:xfrm>
                <a:custGeom>
                  <a:avLst/>
                  <a:gdLst/>
                  <a:ahLst/>
                  <a:rect l="l" t="t" r="r" b="b"/>
                  <a:pathLst>
                    <a:path w="67" h="298">
                      <a:moveTo>
                        <a:pt x="0" y="149"/>
                      </a:moveTo>
                      <a:cubicBezTo>
                        <a:pt x="0" y="208"/>
                        <a:pt x="26" y="261"/>
                        <a:pt x="67" y="298"/>
                      </a:cubicBezTo>
                      <a:cubicBezTo>
                        <a:pt x="67" y="0"/>
                        <a:pt x="67" y="0"/>
                        <a:pt x="67" y="0"/>
                      </a:cubicBezTo>
                      <a:cubicBezTo>
                        <a:pt x="26" y="36"/>
                        <a:pt x="0" y="89"/>
                        <a:pt x="0" y="149"/>
                      </a:cubicBezTo>
                      <a:close/>
                    </a:path>
                  </a:pathLst>
                </a:custGeom>
                <a:gradFill rotWithShape="0">
                  <a:gsLst>
                    <a:gs pos="0">
                      <a:srgbClr val="ffffff">
                        <a:alpha val="80000"/>
                      </a:srgbClr>
                    </a:gs>
                    <a:gs pos="100000">
                      <a:srgbClr val="ffffff">
                        <a:alpha val="20000"/>
                      </a:srgbClr>
                    </a:gs>
                  </a:gsLst>
                  <a:lin ang="18900000"/>
                </a:gradFill>
                <a:ln w="0">
                  <a:noFill/>
                </a:ln>
              </p:spPr>
              <p:style>
                <a:lnRef idx="0"/>
                <a:fillRef idx="0"/>
                <a:effectRef idx="0"/>
                <a:fontRef idx="minor"/>
              </p:style>
            </p:sp>
            <p:sp>
              <p:nvSpPr>
                <p:cNvPr id="55" name="Freeform 62"/>
                <p:cNvSpPr/>
                <p:nvPr/>
              </p:nvSpPr>
              <p:spPr>
                <a:xfrm rot="13500000">
                  <a:off x="7590240" y="2427840"/>
                  <a:ext cx="1228320" cy="76176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56" name="Freeform 65"/>
                <p:cNvSpPr/>
                <p:nvPr/>
              </p:nvSpPr>
              <p:spPr>
                <a:xfrm rot="13500000">
                  <a:off x="6711120" y="155520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57" name="Freeform 79"/>
                <p:cNvSpPr/>
                <p:nvPr/>
              </p:nvSpPr>
              <p:spPr>
                <a:xfrm rot="13500000">
                  <a:off x="8119080" y="1884960"/>
                  <a:ext cx="1228320" cy="79020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58" name="Freeform 82"/>
                <p:cNvSpPr/>
                <p:nvPr/>
              </p:nvSpPr>
              <p:spPr>
                <a:xfrm rot="13500000">
                  <a:off x="7250040" y="101628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59" name="Freeform 85"/>
                <p:cNvSpPr/>
                <p:nvPr/>
              </p:nvSpPr>
              <p:spPr>
                <a:xfrm rot="13500000">
                  <a:off x="8657640" y="1346400"/>
                  <a:ext cx="1228320" cy="79020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60" name="Freeform 88"/>
                <p:cNvSpPr/>
                <p:nvPr/>
              </p:nvSpPr>
              <p:spPr>
                <a:xfrm rot="13500000">
                  <a:off x="7788960" y="47736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grpSp>
              <p:nvGrpSpPr>
                <p:cNvPr id="61" name="Group 43"/>
                <p:cNvGrpSpPr/>
                <p:nvPr/>
              </p:nvGrpSpPr>
              <p:grpSpPr>
                <a:xfrm>
                  <a:off x="6668640" y="659880"/>
                  <a:ext cx="2815560" cy="2815560"/>
                  <a:chOff x="6668640" y="659880"/>
                  <a:chExt cx="2815560" cy="2815560"/>
                </a:xfrm>
              </p:grpSpPr>
              <p:sp>
                <p:nvSpPr>
                  <p:cNvPr id="62" name="Line 63"/>
                  <p:cNvSpPr/>
                  <p:nvPr/>
                </p:nvSpPr>
                <p:spPr>
                  <a:xfrm flipH="1" flipV="1">
                    <a:off x="8039520" y="2104560"/>
                    <a:ext cx="366840" cy="1370880"/>
                  </a:xfrm>
                  <a:prstGeom prst="line">
                    <a:avLst/>
                  </a:prstGeom>
                  <a:ln cap="rnd" w="12700">
                    <a:solidFill>
                      <a:srgbClr val="ffffff"/>
                    </a:solidFill>
                    <a:miter/>
                  </a:ln>
                </p:spPr>
                <p:style>
                  <a:lnRef idx="0"/>
                  <a:fillRef idx="0"/>
                  <a:effectRef idx="0"/>
                  <a:fontRef idx="minor"/>
                </p:style>
              </p:sp>
              <p:sp>
                <p:nvSpPr>
                  <p:cNvPr id="63" name="Line 66"/>
                  <p:cNvSpPr/>
                  <p:nvPr/>
                </p:nvSpPr>
                <p:spPr>
                  <a:xfrm flipH="1" flipV="1">
                    <a:off x="6668640" y="1737720"/>
                    <a:ext cx="1370880" cy="366840"/>
                  </a:xfrm>
                  <a:prstGeom prst="line">
                    <a:avLst/>
                  </a:prstGeom>
                  <a:ln cap="rnd" w="12700">
                    <a:solidFill>
                      <a:srgbClr val="ffffff"/>
                    </a:solidFill>
                    <a:miter/>
                  </a:ln>
                </p:spPr>
                <p:style>
                  <a:lnRef idx="0"/>
                  <a:fillRef idx="0"/>
                  <a:effectRef idx="0"/>
                  <a:fontRef idx="minor"/>
                </p:style>
              </p:sp>
              <p:sp>
                <p:nvSpPr>
                  <p:cNvPr id="64" name="Line 67"/>
                  <p:cNvSpPr/>
                  <p:nvPr/>
                </p:nvSpPr>
                <p:spPr>
                  <a:xfrm flipH="1">
                    <a:off x="6715800" y="713880"/>
                    <a:ext cx="2714400" cy="2714400"/>
                  </a:xfrm>
                  <a:prstGeom prst="line">
                    <a:avLst/>
                  </a:prstGeom>
                  <a:ln w="12700">
                    <a:solidFill>
                      <a:srgbClr val="ffffff"/>
                    </a:solidFill>
                    <a:miter/>
                  </a:ln>
                </p:spPr>
                <p:style>
                  <a:lnRef idx="0"/>
                  <a:fillRef idx="0"/>
                  <a:effectRef idx="0"/>
                  <a:fontRef idx="minor"/>
                </p:style>
              </p:sp>
              <p:sp>
                <p:nvSpPr>
                  <p:cNvPr id="65" name="Line 80"/>
                  <p:cNvSpPr/>
                  <p:nvPr/>
                </p:nvSpPr>
                <p:spPr>
                  <a:xfrm flipH="1" flipV="1">
                    <a:off x="8578080" y="1566000"/>
                    <a:ext cx="367200" cy="1370520"/>
                  </a:xfrm>
                  <a:prstGeom prst="line">
                    <a:avLst/>
                  </a:prstGeom>
                  <a:ln cap="rnd" w="12700">
                    <a:solidFill>
                      <a:srgbClr val="ffffff"/>
                    </a:solidFill>
                    <a:miter/>
                  </a:ln>
                </p:spPr>
                <p:style>
                  <a:lnRef idx="0"/>
                  <a:fillRef idx="0"/>
                  <a:effectRef idx="0"/>
                  <a:fontRef idx="minor"/>
                </p:style>
              </p:sp>
              <p:sp>
                <p:nvSpPr>
                  <p:cNvPr id="66" name="Line 83"/>
                  <p:cNvSpPr/>
                  <p:nvPr/>
                </p:nvSpPr>
                <p:spPr>
                  <a:xfrm flipH="1" flipV="1">
                    <a:off x="7207560" y="1198800"/>
                    <a:ext cx="1370520" cy="367200"/>
                  </a:xfrm>
                  <a:prstGeom prst="line">
                    <a:avLst/>
                  </a:prstGeom>
                  <a:ln cap="rnd" w="12700">
                    <a:solidFill>
                      <a:srgbClr val="ffffff"/>
                    </a:solidFill>
                    <a:miter/>
                  </a:ln>
                </p:spPr>
                <p:style>
                  <a:lnRef idx="0"/>
                  <a:fillRef idx="0"/>
                  <a:effectRef idx="0"/>
                  <a:fontRef idx="minor"/>
                </p:style>
              </p:sp>
              <p:sp>
                <p:nvSpPr>
                  <p:cNvPr id="67" name="Line 86"/>
                  <p:cNvSpPr/>
                  <p:nvPr/>
                </p:nvSpPr>
                <p:spPr>
                  <a:xfrm flipH="1" flipV="1">
                    <a:off x="9117000" y="1027080"/>
                    <a:ext cx="367200" cy="1370520"/>
                  </a:xfrm>
                  <a:prstGeom prst="line">
                    <a:avLst/>
                  </a:prstGeom>
                  <a:ln cap="rnd" w="12700">
                    <a:solidFill>
                      <a:srgbClr val="ffffff"/>
                    </a:solidFill>
                    <a:miter/>
                  </a:ln>
                </p:spPr>
                <p:style>
                  <a:lnRef idx="0"/>
                  <a:fillRef idx="0"/>
                  <a:effectRef idx="0"/>
                  <a:fontRef idx="minor"/>
                </p:style>
              </p:sp>
              <p:sp>
                <p:nvSpPr>
                  <p:cNvPr id="68" name="Line 89"/>
                  <p:cNvSpPr/>
                  <p:nvPr/>
                </p:nvSpPr>
                <p:spPr>
                  <a:xfrm flipH="1" flipV="1">
                    <a:off x="7746480" y="659880"/>
                    <a:ext cx="1370520" cy="367200"/>
                  </a:xfrm>
                  <a:prstGeom prst="line">
                    <a:avLst/>
                  </a:prstGeom>
                  <a:ln cap="rnd" w="12700">
                    <a:solidFill>
                      <a:srgbClr val="ffffff"/>
                    </a:solidFill>
                    <a:miter/>
                  </a:ln>
                </p:spPr>
                <p:style>
                  <a:lnRef idx="0"/>
                  <a:fillRef idx="0"/>
                  <a:effectRef idx="0"/>
                  <a:fontRef idx="minor"/>
                </p:style>
              </p:sp>
            </p:grpSp>
          </p:grpSp>
          <p:grpSp>
            <p:nvGrpSpPr>
              <p:cNvPr id="69" name="Group 15"/>
              <p:cNvGrpSpPr/>
              <p:nvPr/>
            </p:nvGrpSpPr>
            <p:grpSpPr>
              <a:xfrm>
                <a:off x="6070320" y="4361040"/>
                <a:ext cx="2535120" cy="2528280"/>
                <a:chOff x="6070320" y="4361040"/>
                <a:chExt cx="2535120" cy="2528280"/>
              </a:xfrm>
            </p:grpSpPr>
            <p:grpSp>
              <p:nvGrpSpPr>
                <p:cNvPr id="70" name="Group 21"/>
                <p:cNvGrpSpPr/>
                <p:nvPr/>
              </p:nvGrpSpPr>
              <p:grpSpPr>
                <a:xfrm>
                  <a:off x="6666120" y="4634280"/>
                  <a:ext cx="1662840" cy="1662480"/>
                  <a:chOff x="6666120" y="4634280"/>
                  <a:chExt cx="1662840" cy="1662480"/>
                </a:xfrm>
              </p:grpSpPr>
              <p:sp>
                <p:nvSpPr>
                  <p:cNvPr id="71" name="Straight Connector 25"/>
                  <p:cNvSpPr/>
                  <p:nvPr/>
                </p:nvSpPr>
                <p:spPr>
                  <a:xfrm flipV="1">
                    <a:off x="6703200" y="4697640"/>
                    <a:ext cx="1561680" cy="1561680"/>
                  </a:xfrm>
                  <a:prstGeom prst="line">
                    <a:avLst/>
                  </a:prstGeom>
                  <a:ln w="12700">
                    <a:solidFill>
                      <a:srgbClr val="ffffff"/>
                    </a:solidFill>
                  </a:ln>
                </p:spPr>
                <p:style>
                  <a:lnRef idx="1">
                    <a:schemeClr val="accent1"/>
                  </a:lnRef>
                  <a:fillRef idx="0">
                    <a:schemeClr val="accent1"/>
                  </a:fillRef>
                  <a:effectRef idx="0">
                    <a:schemeClr val="accent1"/>
                  </a:effectRef>
                  <a:fontRef idx="minor"/>
                </p:style>
              </p:sp>
              <p:sp>
                <p:nvSpPr>
                  <p:cNvPr id="72" name="Straight Connector 26"/>
                  <p:cNvSpPr/>
                  <p:nvPr/>
                </p:nvSpPr>
                <p:spPr>
                  <a:xfrm flipH="1" flipV="1">
                    <a:off x="7084080" y="4634280"/>
                    <a:ext cx="1244880" cy="1245240"/>
                  </a:xfrm>
                  <a:prstGeom prst="line">
                    <a:avLst/>
                  </a:prstGeom>
                  <a:ln w="12700">
                    <a:solidFill>
                      <a:srgbClr val="ffffff"/>
                    </a:solidFill>
                  </a:ln>
                </p:spPr>
                <p:style>
                  <a:lnRef idx="1">
                    <a:schemeClr val="accent1"/>
                  </a:lnRef>
                  <a:fillRef idx="0">
                    <a:schemeClr val="accent1"/>
                  </a:fillRef>
                  <a:effectRef idx="0">
                    <a:schemeClr val="accent1"/>
                  </a:effectRef>
                  <a:fontRef idx="minor"/>
                </p:style>
              </p:sp>
              <p:sp>
                <p:nvSpPr>
                  <p:cNvPr id="73" name="Rectangle 30"/>
                  <p:cNvSpPr/>
                  <p:nvPr/>
                </p:nvSpPr>
                <p:spPr>
                  <a:xfrm rot="5400000">
                    <a:off x="6718680" y="5256720"/>
                    <a:ext cx="987480" cy="987480"/>
                  </a:xfrm>
                  <a:custGeom>
                    <a:avLst/>
                    <a:gdLst/>
                    <a:ahLst/>
                    <a:rect l="l" t="t" r="r" b="b"/>
                    <a:pathLst>
                      <a:path w="1302493" h="1302493">
                        <a:moveTo>
                          <a:pt x="0" y="1302493"/>
                        </a:moveTo>
                        <a:lnTo>
                          <a:pt x="0" y="0"/>
                        </a:lnTo>
                        <a:lnTo>
                          <a:pt x="1302493" y="0"/>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p:style>
              </p:sp>
              <p:sp>
                <p:nvSpPr>
                  <p:cNvPr id="74" name="Rectangle 30"/>
                  <p:cNvSpPr/>
                  <p:nvPr/>
                </p:nvSpPr>
                <p:spPr>
                  <a:xfrm rot="5400000">
                    <a:off x="6666120" y="5690880"/>
                    <a:ext cx="605880" cy="605880"/>
                  </a:xfrm>
                  <a:custGeom>
                    <a:avLst/>
                    <a:gdLst/>
                    <a:ahLst/>
                    <a:rect l="l" t="t" r="r" b="b"/>
                    <a:pathLst>
                      <a:path w="1302493" h="1302493">
                        <a:moveTo>
                          <a:pt x="0" y="1302493"/>
                        </a:moveTo>
                        <a:lnTo>
                          <a:pt x="0" y="0"/>
                        </a:lnTo>
                        <a:lnTo>
                          <a:pt x="1302493" y="0"/>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p:style>
              </p:sp>
            </p:grpSp>
            <p:grpSp>
              <p:nvGrpSpPr>
                <p:cNvPr id="75" name="Group 22"/>
                <p:cNvGrpSpPr/>
                <p:nvPr/>
              </p:nvGrpSpPr>
              <p:grpSpPr>
                <a:xfrm>
                  <a:off x="6070320" y="4361040"/>
                  <a:ext cx="2535120" cy="2528280"/>
                  <a:chOff x="6070320" y="4361040"/>
                  <a:chExt cx="2535120" cy="2528280"/>
                </a:xfrm>
              </p:grpSpPr>
              <p:sp>
                <p:nvSpPr>
                  <p:cNvPr id="76" name="Freeform: Shape 19"/>
                  <p:cNvSpPr/>
                  <p:nvPr/>
                </p:nvSpPr>
                <p:spPr>
                  <a:xfrm rot="13500000">
                    <a:off x="7209000" y="5041800"/>
                    <a:ext cx="892440" cy="1794600"/>
                  </a:xfrm>
                  <a:custGeom>
                    <a:avLst/>
                    <a:gdLst/>
                    <a:ah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rotWithShape="0">
                    <a:gsLst>
                      <a:gs pos="0">
                        <a:srgbClr val="ffffff">
                          <a:alpha val="80000"/>
                        </a:srgbClr>
                      </a:gs>
                      <a:gs pos="100000">
                        <a:srgbClr val="ffffff">
                          <a:alpha val="20000"/>
                        </a:srgbClr>
                      </a:gs>
                    </a:gsLst>
                    <a:lin ang="18900000"/>
                  </a:gradFill>
                  <a:ln w="0">
                    <a:noFill/>
                  </a:ln>
                </p:spPr>
                <p:style>
                  <a:lnRef idx="0"/>
                  <a:fillRef idx="0"/>
                  <a:effectRef idx="0"/>
                  <a:fontRef idx="minor"/>
                </p:style>
              </p:sp>
              <p:sp>
                <p:nvSpPr>
                  <p:cNvPr id="77" name="Freeform: Shape 20"/>
                  <p:cNvSpPr/>
                  <p:nvPr/>
                </p:nvSpPr>
                <p:spPr>
                  <a:xfrm rot="13500000">
                    <a:off x="6573960" y="4413960"/>
                    <a:ext cx="892800" cy="1794600"/>
                  </a:xfrm>
                  <a:custGeom>
                    <a:avLst/>
                    <a:gdLst/>
                    <a:ah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rotWithShape="0">
                    <a:gsLst>
                      <a:gs pos="0">
                        <a:srgbClr val="ffffff">
                          <a:alpha val="80000"/>
                        </a:srgbClr>
                      </a:gs>
                      <a:gs pos="100000">
                        <a:srgbClr val="ffffff">
                          <a:alpha val="10196"/>
                        </a:srgbClr>
                      </a:gs>
                    </a:gsLst>
                    <a:lin ang="2700000"/>
                  </a:gradFill>
                  <a:ln w="0">
                    <a:noFill/>
                  </a:ln>
                </p:spPr>
                <p:style>
                  <a:lnRef idx="0"/>
                  <a:fillRef idx="0"/>
                  <a:effectRef idx="0"/>
                  <a:fontRef idx="minor"/>
                </p:style>
              </p:sp>
            </p:grpSp>
          </p:grpSp>
          <p:grpSp>
            <p:nvGrpSpPr>
              <p:cNvPr id="78" name="Group 16"/>
              <p:cNvGrpSpPr/>
              <p:nvPr/>
            </p:nvGrpSpPr>
            <p:grpSpPr>
              <a:xfrm>
                <a:off x="6668640" y="3665520"/>
                <a:ext cx="1862280" cy="632880"/>
                <a:chOff x="6668640" y="3665520"/>
                <a:chExt cx="1862280" cy="632880"/>
              </a:xfrm>
            </p:grpSpPr>
            <p:grpSp>
              <p:nvGrpSpPr>
                <p:cNvPr id="79" name="Group 17"/>
                <p:cNvGrpSpPr/>
                <p:nvPr/>
              </p:nvGrpSpPr>
              <p:grpSpPr>
                <a:xfrm>
                  <a:off x="6669000" y="3665520"/>
                  <a:ext cx="1418760" cy="632880"/>
                  <a:chOff x="6669000" y="3665520"/>
                  <a:chExt cx="1418760" cy="632880"/>
                </a:xfrm>
              </p:grpSpPr>
              <p:sp>
                <p:nvSpPr>
                  <p:cNvPr id="80" name="Freeform 68"/>
                  <p:cNvSpPr/>
                  <p:nvPr/>
                </p:nvSpPr>
                <p:spPr>
                  <a:xfrm rot="16200000">
                    <a:off x="7219080" y="3429720"/>
                    <a:ext cx="318600" cy="1418760"/>
                  </a:xfrm>
                  <a:custGeom>
                    <a:avLst/>
                    <a:gdLst/>
                    <a:ahLst/>
                    <a:rect l="l" t="t" r="r" b="b"/>
                    <a:pathLst>
                      <a:path w="67" h="298">
                        <a:moveTo>
                          <a:pt x="0" y="149"/>
                        </a:moveTo>
                        <a:cubicBezTo>
                          <a:pt x="0" y="208"/>
                          <a:pt x="26" y="261"/>
                          <a:pt x="67" y="298"/>
                        </a:cubicBezTo>
                        <a:cubicBezTo>
                          <a:pt x="67" y="0"/>
                          <a:pt x="67" y="0"/>
                          <a:pt x="67" y="0"/>
                        </a:cubicBezTo>
                        <a:cubicBezTo>
                          <a:pt x="26" y="36"/>
                          <a:pt x="0" y="89"/>
                          <a:pt x="0" y="149"/>
                        </a:cubicBezTo>
                        <a:close/>
                      </a:path>
                    </a:pathLst>
                  </a:custGeom>
                  <a:gradFill rotWithShape="0">
                    <a:gsLst>
                      <a:gs pos="0">
                        <a:srgbClr val="ffffff">
                          <a:alpha val="80000"/>
                        </a:srgbClr>
                      </a:gs>
                      <a:gs pos="100000">
                        <a:srgbClr val="ffffff">
                          <a:alpha val="20000"/>
                        </a:srgbClr>
                      </a:gs>
                    </a:gsLst>
                    <a:lin ang="18900000"/>
                  </a:gradFill>
                  <a:ln w="0">
                    <a:noFill/>
                  </a:ln>
                </p:spPr>
                <p:style>
                  <a:lnRef idx="0"/>
                  <a:fillRef idx="0"/>
                  <a:effectRef idx="0"/>
                  <a:fontRef idx="minor"/>
                </p:style>
              </p:sp>
              <p:sp>
                <p:nvSpPr>
                  <p:cNvPr id="81" name="Freeform 69"/>
                  <p:cNvSpPr/>
                  <p:nvPr/>
                </p:nvSpPr>
                <p:spPr>
                  <a:xfrm rot="16200000">
                    <a:off x="7221240" y="3112920"/>
                    <a:ext cx="313920" cy="1418760"/>
                  </a:xfrm>
                  <a:custGeom>
                    <a:avLst/>
                    <a:gdLst/>
                    <a:ahLst/>
                    <a:rect l="l" t="t"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rotWithShape="0">
                    <a:gsLst>
                      <a:gs pos="0">
                        <a:srgbClr val="ffffff">
                          <a:alpha val="80000"/>
                        </a:srgbClr>
                      </a:gs>
                      <a:gs pos="100000">
                        <a:srgbClr val="ffffff">
                          <a:alpha val="10196"/>
                        </a:srgbClr>
                      </a:gs>
                    </a:gsLst>
                    <a:lin ang="2700000"/>
                  </a:gradFill>
                  <a:ln w="0">
                    <a:noFill/>
                  </a:ln>
                </p:spPr>
                <p:style>
                  <a:lnRef idx="0"/>
                  <a:fillRef idx="0"/>
                  <a:effectRef idx="0"/>
                  <a:fontRef idx="minor"/>
                </p:style>
              </p:sp>
            </p:grpSp>
            <p:sp>
              <p:nvSpPr>
                <p:cNvPr id="82" name="Line 70"/>
                <p:cNvSpPr/>
                <p:nvPr/>
              </p:nvSpPr>
              <p:spPr>
                <a:xfrm flipH="1">
                  <a:off x="6668640" y="3979440"/>
                  <a:ext cx="1862280" cy="360"/>
                </a:xfrm>
                <a:prstGeom prst="line">
                  <a:avLst/>
                </a:prstGeom>
                <a:ln w="12700">
                  <a:solidFill>
                    <a:srgbClr val="ffffff"/>
                  </a:solidFill>
                  <a:miter/>
                </a:ln>
              </p:spPr>
              <p:style>
                <a:lnRef idx="0"/>
                <a:fillRef idx="0"/>
                <a:effectRef idx="0"/>
                <a:fontRef idx="minor"/>
              </p:style>
            </p:sp>
          </p:grpSp>
        </p:grpSp>
      </p:grpSp>
      <p:sp>
        <p:nvSpPr>
          <p:cNvPr id="83" name="Straight Connector 92"/>
          <p:cNvSpPr/>
          <p:nvPr/>
        </p:nvSpPr>
        <p:spPr>
          <a:xfrm>
            <a:off x="3264120" y="3882960"/>
            <a:ext cx="548640" cy="360"/>
          </a:xfrm>
          <a:prstGeom prst="line">
            <a:avLst/>
          </a:prstGeom>
          <a:ln w="12700">
            <a:solidFill>
              <a:srgbClr val="ffffff"/>
            </a:solidFill>
          </a:ln>
        </p:spPr>
        <p:style>
          <a:lnRef idx="1">
            <a:schemeClr val="accent1"/>
          </a:lnRef>
          <a:fillRef idx="0">
            <a:schemeClr val="accent1"/>
          </a:fillRef>
          <a:effectRef idx="0">
            <a:schemeClr val="accent1"/>
          </a:effectRef>
          <a:fontRef idx="minor"/>
        </p:style>
      </p:sp>
      <p:sp>
        <p:nvSpPr>
          <p:cNvPr id="84" name="PlaceHolder 1"/>
          <p:cNvSpPr>
            <a:spLocks noGrp="1"/>
          </p:cNvSpPr>
          <p:nvPr>
            <p:ph type="title"/>
          </p:nvPr>
        </p:nvSpPr>
        <p:spPr>
          <a:xfrm>
            <a:off x="612720" y="697320"/>
            <a:ext cx="5851800" cy="2925000"/>
          </a:xfrm>
          <a:prstGeom prst="rect">
            <a:avLst/>
          </a:prstGeom>
          <a:noFill/>
          <a:ln w="0">
            <a:noFill/>
          </a:ln>
        </p:spPr>
        <p:txBody>
          <a:bodyPr anchor="b">
            <a:noAutofit/>
          </a:bodyPr>
          <a:p>
            <a:pPr algn="ctr">
              <a:lnSpc>
                <a:spcPct val="80000"/>
              </a:lnSpc>
              <a:buNone/>
            </a:pPr>
            <a:r>
              <a:rPr b="0" lang="en-US" sz="4000" spc="-1" strike="noStrike" cap="all">
                <a:solidFill>
                  <a:srgbClr val="404040"/>
                </a:solidFill>
                <a:latin typeface="바탕"/>
                <a:ea typeface="바탕"/>
              </a:rPr>
              <a:t>Click to edit Master title style</a:t>
            </a:r>
            <a:endParaRPr b="0" lang="en-US" sz="4000" spc="-1" strike="noStrike">
              <a:solidFill>
                <a:srgbClr val="000000"/>
              </a:solidFill>
              <a:latin typeface="Avenir Next LT Pro Light"/>
            </a:endParaRPr>
          </a:p>
        </p:txBody>
      </p:sp>
      <p:sp>
        <p:nvSpPr>
          <p:cNvPr id="85" name="PlaceHolder 2"/>
          <p:cNvSpPr>
            <a:spLocks noGrp="1"/>
          </p:cNvSpPr>
          <p:nvPr>
            <p:ph type="dt" idx="1"/>
          </p:nvPr>
        </p:nvSpPr>
        <p:spPr>
          <a:xfrm>
            <a:off x="612720" y="6343920"/>
            <a:ext cx="2202120" cy="364680"/>
          </a:xfrm>
          <a:prstGeom prst="rect">
            <a:avLst/>
          </a:prstGeom>
          <a:noFill/>
          <a:ln w="0">
            <a:noFill/>
          </a:ln>
        </p:spPr>
        <p:txBody>
          <a:bodyPr anchor="ctr">
            <a:noAutofit/>
          </a:bodyPr>
          <a:lstStyle>
            <a:lvl1pPr>
              <a:lnSpc>
                <a:spcPct val="100000"/>
              </a:lnSpc>
              <a:buNone/>
              <a:defRPr b="0" lang="en-US" sz="1000" spc="-1" strike="noStrike" cap="all">
                <a:solidFill>
                  <a:srgbClr val="595959"/>
                </a:solidFill>
                <a:latin typeface="Avenir Next LT Pro Light"/>
              </a:defRPr>
            </a:lvl1pPr>
          </a:lstStyle>
          <a:p>
            <a:pPr>
              <a:lnSpc>
                <a:spcPct val="100000"/>
              </a:lnSpc>
              <a:buNone/>
            </a:pPr>
            <a:r>
              <a:rPr b="0" lang="en-US" sz="1000" spc="-1" strike="noStrike" cap="all">
                <a:solidFill>
                  <a:srgbClr val="595959"/>
                </a:solidFill>
                <a:latin typeface="Avenir Next LT Pro Light"/>
              </a:rPr>
              <a:t>&lt;date/time&gt;</a:t>
            </a:r>
            <a:endParaRPr b="0" lang="en-US" sz="1000" spc="-1" strike="noStrike">
              <a:latin typeface="Times New Roman"/>
            </a:endParaRPr>
          </a:p>
        </p:txBody>
      </p:sp>
      <p:sp>
        <p:nvSpPr>
          <p:cNvPr id="86" name="PlaceHolder 3"/>
          <p:cNvSpPr>
            <a:spLocks noGrp="1"/>
          </p:cNvSpPr>
          <p:nvPr>
            <p:ph type="ftr" idx="2"/>
          </p:nvPr>
        </p:nvSpPr>
        <p:spPr>
          <a:xfrm>
            <a:off x="3035520" y="6343920"/>
            <a:ext cx="2805120" cy="364680"/>
          </a:xfrm>
          <a:prstGeom prst="rect">
            <a:avLst/>
          </a:prstGeom>
          <a:noFill/>
          <a:ln w="0">
            <a:noFill/>
          </a:ln>
        </p:spPr>
        <p:txBody>
          <a:bodyPr anchor="ctr">
            <a:noAutofit/>
          </a:bodyPr>
          <a:lstStyle>
            <a:lvl1pPr algn="ctr">
              <a:lnSpc>
                <a:spcPct val="100000"/>
              </a:lnSpc>
              <a:buNone/>
              <a:defRPr b="0" lang="en-US" sz="1200" spc="299" strike="noStrike" cap="all">
                <a:solidFill>
                  <a:srgbClr val="595959"/>
                </a:solidFill>
                <a:latin typeface="Avenir Next LT Pro Light"/>
              </a:defRPr>
            </a:lvl1pPr>
          </a:lstStyle>
          <a:p>
            <a:pPr algn="ctr">
              <a:lnSpc>
                <a:spcPct val="100000"/>
              </a:lnSpc>
              <a:buNone/>
            </a:pPr>
            <a:r>
              <a:rPr b="0" lang="en-US" sz="1200" spc="299" strike="noStrike" cap="all">
                <a:solidFill>
                  <a:srgbClr val="595959"/>
                </a:solidFill>
                <a:latin typeface="Avenir Next LT Pro Light"/>
              </a:rPr>
              <a:t>&lt;footer&gt;</a:t>
            </a:r>
            <a:endParaRPr b="0" lang="en-US" sz="1200" spc="-1" strike="noStrike">
              <a:latin typeface="Times New Roman"/>
            </a:endParaRPr>
          </a:p>
        </p:txBody>
      </p:sp>
      <p:sp>
        <p:nvSpPr>
          <p:cNvPr id="87" name="PlaceHolder 4"/>
          <p:cNvSpPr>
            <a:spLocks noGrp="1"/>
          </p:cNvSpPr>
          <p:nvPr>
            <p:ph type="sldNum" idx="3"/>
          </p:nvPr>
        </p:nvSpPr>
        <p:spPr>
          <a:xfrm>
            <a:off x="6061320" y="6343920"/>
            <a:ext cx="428760" cy="364680"/>
          </a:xfrm>
          <a:prstGeom prst="rect">
            <a:avLst/>
          </a:prstGeom>
          <a:noFill/>
          <a:ln w="0">
            <a:noFill/>
          </a:ln>
        </p:spPr>
        <p:txBody>
          <a:bodyPr anchor="ctr">
            <a:noAutofit/>
          </a:bodyPr>
          <a:lstStyle>
            <a:lvl1pPr algn="r">
              <a:lnSpc>
                <a:spcPct val="100000"/>
              </a:lnSpc>
              <a:buNone/>
              <a:defRPr b="0" lang="en-US" sz="1000" spc="-1" strike="noStrike" cap="all">
                <a:solidFill>
                  <a:srgbClr val="595959"/>
                </a:solidFill>
                <a:latin typeface="Avenir Next LT Pro Light"/>
              </a:defRPr>
            </a:lvl1pPr>
          </a:lstStyle>
          <a:p>
            <a:pPr algn="r">
              <a:lnSpc>
                <a:spcPct val="100000"/>
              </a:lnSpc>
              <a:buNone/>
            </a:pPr>
            <a:fld id="{57330D38-0B61-4E0F-835D-EB0743E3E50F}" type="slidenum">
              <a:rPr b="0" lang="en-US" sz="1000" spc="-1" strike="noStrike" cap="all">
                <a:solidFill>
                  <a:srgbClr val="595959"/>
                </a:solidFill>
                <a:latin typeface="Avenir Next LT Pro Light"/>
              </a:rPr>
              <a:t>&lt;number&gt;</a:t>
            </a:fld>
            <a:endParaRPr b="0" lang="en-US" sz="1000" spc="-1" strike="noStrike">
              <a:latin typeface="Times New Roman"/>
            </a:endParaRPr>
          </a:p>
        </p:txBody>
      </p:sp>
      <p:sp>
        <p:nvSpPr>
          <p:cNvPr id="8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en-US" sz="1800" spc="-1" strike="noStrike">
                <a:solidFill>
                  <a:srgbClr val="595959"/>
                </a:solidFill>
                <a:latin typeface="Avenir Next LT Pro Light"/>
              </a:rPr>
              <a:t>Click to edit the outline text format</a:t>
            </a:r>
            <a:endParaRPr b="0" lang="en-US" sz="1800" spc="-1" strike="noStrike">
              <a:solidFill>
                <a:srgbClr val="595959"/>
              </a:solidFill>
              <a:latin typeface="Avenir Next LT Pro Light"/>
            </a:endParaRPr>
          </a:p>
          <a:p>
            <a:pPr lvl="1" marL="864000" indent="-324000">
              <a:lnSpc>
                <a:spcPct val="120000"/>
              </a:lnSpc>
              <a:spcBef>
                <a:spcPts val="1134"/>
              </a:spcBef>
              <a:buClr>
                <a:srgbClr val="000000"/>
              </a:buClr>
              <a:buSzPct val="75000"/>
              <a:buFont typeface="Symbol" charset="2"/>
              <a:buChar char=""/>
            </a:pPr>
            <a:r>
              <a:rPr b="0" lang="en-US" sz="1400" spc="-1" strike="noStrike">
                <a:solidFill>
                  <a:srgbClr val="595959"/>
                </a:solidFill>
                <a:latin typeface="Avenir Next LT Pro Light"/>
              </a:rPr>
              <a:t>Second Outline Level</a:t>
            </a:r>
            <a:endParaRPr b="0" lang="en-US" sz="1400" spc="-1" strike="noStrike">
              <a:solidFill>
                <a:srgbClr val="595959"/>
              </a:solidFill>
              <a:latin typeface="Avenir Next LT Pro Light"/>
            </a:endParaRPr>
          </a:p>
          <a:p>
            <a:pPr lvl="2" marL="1296000" indent="-288000">
              <a:lnSpc>
                <a:spcPct val="120000"/>
              </a:lnSpc>
              <a:spcBef>
                <a:spcPts val="850"/>
              </a:spcBef>
              <a:buClr>
                <a:srgbClr val="000000"/>
              </a:buClr>
              <a:buSzPct val="45000"/>
              <a:buFont typeface="Wingdings" charset="2"/>
              <a:buChar char=""/>
            </a:pPr>
            <a:r>
              <a:rPr b="0" lang="en-US" sz="1400" spc="-1" strike="noStrike">
                <a:solidFill>
                  <a:srgbClr val="595959"/>
                </a:solidFill>
                <a:latin typeface="Avenir Next LT Pro Light"/>
              </a:rPr>
              <a:t>Third Outline Level</a:t>
            </a:r>
            <a:endParaRPr b="0" lang="en-US" sz="1400" spc="-1" strike="noStrike">
              <a:solidFill>
                <a:srgbClr val="595959"/>
              </a:solidFill>
              <a:latin typeface="Avenir Next LT Pro Light"/>
            </a:endParaRPr>
          </a:p>
          <a:p>
            <a:pPr lvl="3" marL="1728000" indent="-216000">
              <a:lnSpc>
                <a:spcPct val="120000"/>
              </a:lnSpc>
              <a:spcBef>
                <a:spcPts val="567"/>
              </a:spcBef>
              <a:buClr>
                <a:srgbClr val="000000"/>
              </a:buClr>
              <a:buSzPct val="75000"/>
              <a:buFont typeface="Symbol" charset="2"/>
              <a:buChar char=""/>
            </a:pPr>
            <a:r>
              <a:rPr b="0" lang="en-US" sz="1400" spc="-1" strike="noStrike">
                <a:solidFill>
                  <a:srgbClr val="595959"/>
                </a:solidFill>
                <a:latin typeface="Avenir Next LT Pro Light"/>
              </a:rPr>
              <a:t>Fourth Outline Level</a:t>
            </a:r>
            <a:endParaRPr b="0" lang="en-US" sz="1400" spc="-1" strike="noStrike">
              <a:solidFill>
                <a:srgbClr val="595959"/>
              </a:solidFill>
              <a:latin typeface="Avenir Next LT Pro Light"/>
            </a:endParaRPr>
          </a:p>
          <a:p>
            <a:pPr lvl="4" marL="2160000" indent="-216000">
              <a:lnSpc>
                <a:spcPct val="120000"/>
              </a:lnSpc>
              <a:spcBef>
                <a:spcPts val="283"/>
              </a:spcBef>
              <a:buClr>
                <a:srgbClr val="000000"/>
              </a:buClr>
              <a:buSzPct val="45000"/>
              <a:buFont typeface="Wingdings" charset="2"/>
              <a:buChar char=""/>
            </a:pPr>
            <a:r>
              <a:rPr b="0" lang="en-US" sz="2000" spc="-1" strike="noStrike">
                <a:solidFill>
                  <a:srgbClr val="595959"/>
                </a:solidFill>
                <a:latin typeface="Avenir Next LT Pro Light"/>
              </a:rPr>
              <a:t>Fifth Outline Level</a:t>
            </a:r>
            <a:endParaRPr b="0" lang="en-US" sz="2000" spc="-1" strike="noStrike">
              <a:solidFill>
                <a:srgbClr val="595959"/>
              </a:solidFill>
              <a:latin typeface="Avenir Next LT Pro Light"/>
            </a:endParaRPr>
          </a:p>
          <a:p>
            <a:pPr lvl="5" marL="2592000" indent="-216000">
              <a:lnSpc>
                <a:spcPct val="120000"/>
              </a:lnSpc>
              <a:spcBef>
                <a:spcPts val="283"/>
              </a:spcBef>
              <a:buClr>
                <a:srgbClr val="000000"/>
              </a:buClr>
              <a:buSzPct val="45000"/>
              <a:buFont typeface="Wingdings" charset="2"/>
              <a:buChar char=""/>
            </a:pPr>
            <a:r>
              <a:rPr b="0" lang="en-US" sz="2000" spc="-1" strike="noStrike">
                <a:solidFill>
                  <a:srgbClr val="595959"/>
                </a:solidFill>
                <a:latin typeface="Avenir Next LT Pro Light"/>
              </a:rPr>
              <a:t>Sixth Outline Level</a:t>
            </a:r>
            <a:endParaRPr b="0" lang="en-US" sz="2000" spc="-1" strike="noStrike">
              <a:solidFill>
                <a:srgbClr val="595959"/>
              </a:solidFill>
              <a:latin typeface="Avenir Next LT Pro Light"/>
            </a:endParaRPr>
          </a:p>
          <a:p>
            <a:pPr lvl="6" marL="3024000" indent="-216000">
              <a:lnSpc>
                <a:spcPct val="120000"/>
              </a:lnSpc>
              <a:spcBef>
                <a:spcPts val="283"/>
              </a:spcBef>
              <a:buClr>
                <a:srgbClr val="000000"/>
              </a:buClr>
              <a:buSzPct val="45000"/>
              <a:buFont typeface="Wingdings" charset="2"/>
              <a:buChar char=""/>
            </a:pPr>
            <a:r>
              <a:rPr b="0" lang="en-US" sz="2000" spc="-1" strike="noStrike">
                <a:solidFill>
                  <a:srgbClr val="595959"/>
                </a:solidFill>
                <a:latin typeface="Avenir Next LT Pro Light"/>
              </a:rPr>
              <a:t>Seventh Outline </a:t>
            </a:r>
            <a:r>
              <a:rPr b="0" lang="en-US" sz="2000" spc="-1" strike="noStrike">
                <a:solidFill>
                  <a:srgbClr val="595959"/>
                </a:solidFill>
                <a:latin typeface="Avenir Next LT Pro Light"/>
              </a:rPr>
              <a:t>Level</a:t>
            </a:r>
            <a:endParaRPr b="0" lang="en-US" sz="2000" spc="-1" strike="noStrike">
              <a:solidFill>
                <a:srgbClr val="595959"/>
              </a:solidFill>
              <a:latin typeface="Avenir Next LT Pro Light"/>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ae3e3"/>
        </a:solidFill>
      </p:bgPr>
    </p:bg>
    <p:spTree>
      <p:nvGrpSpPr>
        <p:cNvPr id="1" name=""/>
        <p:cNvGrpSpPr/>
        <p:nvPr/>
      </p:nvGrpSpPr>
      <p:grpSpPr>
        <a:xfrm>
          <a:off x="0" y="0"/>
          <a:ext cx="0" cy="0"/>
          <a:chOff x="0" y="0"/>
          <a:chExt cx="0" cy="0"/>
        </a:xfrm>
      </p:grpSpPr>
      <p:grpSp>
        <p:nvGrpSpPr>
          <p:cNvPr id="125" name="Group 2"/>
          <p:cNvGrpSpPr/>
          <p:nvPr/>
        </p:nvGrpSpPr>
        <p:grpSpPr>
          <a:xfrm>
            <a:off x="8656560" y="178560"/>
            <a:ext cx="3585960" cy="6537240"/>
            <a:chOff x="8656560" y="178560"/>
            <a:chExt cx="3585960" cy="6537240"/>
          </a:xfrm>
        </p:grpSpPr>
        <p:grpSp>
          <p:nvGrpSpPr>
            <p:cNvPr id="126" name="Group 6"/>
            <p:cNvGrpSpPr/>
            <p:nvPr/>
          </p:nvGrpSpPr>
          <p:grpSpPr>
            <a:xfrm>
              <a:off x="8690040" y="178560"/>
              <a:ext cx="3552480" cy="3551400"/>
              <a:chOff x="8690040" y="178560"/>
              <a:chExt cx="3552480" cy="3551400"/>
            </a:xfrm>
          </p:grpSpPr>
          <p:sp>
            <p:nvSpPr>
              <p:cNvPr id="127" name="Freeform 64"/>
              <p:cNvSpPr/>
              <p:nvPr/>
            </p:nvSpPr>
            <p:spPr>
              <a:xfrm flipV="1" rot="8100000">
                <a:off x="8967960" y="154332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28" name="Freeform 81"/>
              <p:cNvSpPr/>
              <p:nvPr/>
            </p:nvSpPr>
            <p:spPr>
              <a:xfrm flipV="1" rot="8100000">
                <a:off x="9506880" y="208188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29" name="Freeform 61"/>
              <p:cNvSpPr/>
              <p:nvPr/>
            </p:nvSpPr>
            <p:spPr>
              <a:xfrm flipV="1" rot="8100000">
                <a:off x="9836640" y="67428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30" name="Freeform 33"/>
              <p:cNvSpPr/>
              <p:nvPr/>
            </p:nvSpPr>
            <p:spPr>
              <a:xfrm flipV="1" rot="8100000">
                <a:off x="10375560" y="121320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31" name="Freeform 84"/>
              <p:cNvSpPr/>
              <p:nvPr/>
            </p:nvSpPr>
            <p:spPr>
              <a:xfrm flipV="1" rot="8100000">
                <a:off x="10914480" y="175212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32" name="Freeform 87"/>
              <p:cNvSpPr/>
              <p:nvPr/>
            </p:nvSpPr>
            <p:spPr>
              <a:xfrm flipV="1" rot="8100000">
                <a:off x="10045440" y="262080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33" name="Freeform 60"/>
              <p:cNvSpPr/>
              <p:nvPr/>
            </p:nvSpPr>
            <p:spPr>
              <a:xfrm flipV="1" rot="8100000">
                <a:off x="9144720" y="308520"/>
                <a:ext cx="318600" cy="1418760"/>
              </a:xfrm>
              <a:custGeom>
                <a:avLst/>
                <a:gdLst/>
                <a:ahLst/>
                <a:rect l="l" t="t"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rotWithShape="0">
                <a:gsLst>
                  <a:gs pos="0">
                    <a:srgbClr val="ffffff">
                      <a:alpha val="80000"/>
                    </a:srgbClr>
                  </a:gs>
                  <a:gs pos="100000">
                    <a:srgbClr val="ffffff">
                      <a:alpha val="10196"/>
                    </a:srgbClr>
                  </a:gs>
                </a:gsLst>
                <a:lin ang="18900000"/>
              </a:gradFill>
              <a:ln w="0">
                <a:noFill/>
              </a:ln>
            </p:spPr>
            <p:style>
              <a:lnRef idx="0"/>
              <a:fillRef idx="0"/>
              <a:effectRef idx="0"/>
              <a:fontRef idx="minor"/>
            </p:style>
          </p:sp>
          <p:sp>
            <p:nvSpPr>
              <p:cNvPr id="134" name="Freeform 59"/>
              <p:cNvSpPr/>
              <p:nvPr/>
            </p:nvSpPr>
            <p:spPr>
              <a:xfrm flipV="1" rot="8100000">
                <a:off x="9370440" y="83160"/>
                <a:ext cx="318600" cy="1418760"/>
              </a:xfrm>
              <a:custGeom>
                <a:avLst/>
                <a:gdLst/>
                <a:ahLst/>
                <a:rect l="l" t="t" r="r" b="b"/>
                <a:pathLst>
                  <a:path w="67" h="298">
                    <a:moveTo>
                      <a:pt x="0" y="149"/>
                    </a:moveTo>
                    <a:cubicBezTo>
                      <a:pt x="0" y="208"/>
                      <a:pt x="26" y="261"/>
                      <a:pt x="67" y="298"/>
                    </a:cubicBezTo>
                    <a:cubicBezTo>
                      <a:pt x="67" y="0"/>
                      <a:pt x="67" y="0"/>
                      <a:pt x="67" y="0"/>
                    </a:cubicBezTo>
                    <a:cubicBezTo>
                      <a:pt x="26" y="36"/>
                      <a:pt x="0" y="89"/>
                      <a:pt x="0" y="149"/>
                    </a:cubicBezTo>
                    <a:close/>
                  </a:path>
                </a:pathLst>
              </a:custGeom>
              <a:gradFill rotWithShape="0">
                <a:gsLst>
                  <a:gs pos="0">
                    <a:srgbClr val="ffffff">
                      <a:alpha val="80000"/>
                    </a:srgbClr>
                  </a:gs>
                  <a:gs pos="100000">
                    <a:srgbClr val="ffffff">
                      <a:alpha val="20000"/>
                    </a:srgbClr>
                  </a:gs>
                </a:gsLst>
                <a:lin ang="2700000"/>
              </a:gradFill>
              <a:ln w="0">
                <a:noFill/>
              </a:ln>
            </p:spPr>
            <p:style>
              <a:lnRef idx="0"/>
              <a:fillRef idx="0"/>
              <a:effectRef idx="0"/>
              <a:fontRef idx="minor"/>
            </p:style>
          </p:sp>
          <p:sp>
            <p:nvSpPr>
              <p:cNvPr id="135" name="Freeform 62"/>
              <p:cNvSpPr/>
              <p:nvPr/>
            </p:nvSpPr>
            <p:spPr>
              <a:xfrm flipV="1" rot="8100000">
                <a:off x="9789840" y="641160"/>
                <a:ext cx="1228320" cy="76176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36" name="Freeform 65"/>
              <p:cNvSpPr/>
              <p:nvPr/>
            </p:nvSpPr>
            <p:spPr>
              <a:xfrm flipV="1" rot="8100000">
                <a:off x="8910720" y="148608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37" name="Freeform 79"/>
              <p:cNvSpPr/>
              <p:nvPr/>
            </p:nvSpPr>
            <p:spPr>
              <a:xfrm flipV="1" rot="8100000">
                <a:off x="10318320" y="1155960"/>
                <a:ext cx="1228320" cy="79020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38" name="Freeform 82"/>
              <p:cNvSpPr/>
              <p:nvPr/>
            </p:nvSpPr>
            <p:spPr>
              <a:xfrm flipV="1" rot="8100000">
                <a:off x="9449640" y="202464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39" name="Freeform 85"/>
              <p:cNvSpPr/>
              <p:nvPr/>
            </p:nvSpPr>
            <p:spPr>
              <a:xfrm flipV="1" rot="8100000">
                <a:off x="10857240" y="1694880"/>
                <a:ext cx="1228320" cy="79020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40" name="Freeform 43"/>
              <p:cNvSpPr/>
              <p:nvPr/>
            </p:nvSpPr>
            <p:spPr>
              <a:xfrm flipV="1" rot="8100000">
                <a:off x="9988200" y="256356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grpSp>
            <p:nvGrpSpPr>
              <p:cNvPr id="141" name="Group 44"/>
              <p:cNvGrpSpPr/>
              <p:nvPr/>
            </p:nvGrpSpPr>
            <p:grpSpPr>
              <a:xfrm>
                <a:off x="8868240" y="356040"/>
                <a:ext cx="2815200" cy="2815200"/>
                <a:chOff x="8868240" y="356040"/>
                <a:chExt cx="2815200" cy="2815200"/>
              </a:xfrm>
            </p:grpSpPr>
            <p:sp>
              <p:nvSpPr>
                <p:cNvPr id="142" name="Line 63"/>
                <p:cNvSpPr/>
                <p:nvPr/>
              </p:nvSpPr>
              <p:spPr>
                <a:xfrm flipH="1">
                  <a:off x="10238760" y="356040"/>
                  <a:ext cx="367200" cy="1370520"/>
                </a:xfrm>
                <a:prstGeom prst="line">
                  <a:avLst/>
                </a:prstGeom>
                <a:ln cap="rnd" w="12700">
                  <a:solidFill>
                    <a:srgbClr val="ffffff"/>
                  </a:solidFill>
                  <a:miter/>
                </a:ln>
              </p:spPr>
              <p:style>
                <a:lnRef idx="0"/>
                <a:fillRef idx="0"/>
                <a:effectRef idx="0"/>
                <a:fontRef idx="minor"/>
              </p:style>
            </p:sp>
            <p:sp>
              <p:nvSpPr>
                <p:cNvPr id="143" name="Line 66"/>
                <p:cNvSpPr/>
                <p:nvPr/>
              </p:nvSpPr>
              <p:spPr>
                <a:xfrm flipH="1">
                  <a:off x="8868240" y="1726560"/>
                  <a:ext cx="1370520" cy="366840"/>
                </a:xfrm>
                <a:prstGeom prst="line">
                  <a:avLst/>
                </a:prstGeom>
                <a:ln cap="rnd" w="12700">
                  <a:solidFill>
                    <a:srgbClr val="ffffff"/>
                  </a:solidFill>
                  <a:miter/>
                </a:ln>
              </p:spPr>
              <p:style>
                <a:lnRef idx="0"/>
                <a:fillRef idx="0"/>
                <a:effectRef idx="0"/>
                <a:fontRef idx="minor"/>
              </p:style>
            </p:sp>
            <p:sp>
              <p:nvSpPr>
                <p:cNvPr id="144" name="Line 67"/>
                <p:cNvSpPr/>
                <p:nvPr/>
              </p:nvSpPr>
              <p:spPr>
                <a:xfrm flipH="1" flipV="1">
                  <a:off x="8915400" y="402840"/>
                  <a:ext cx="2714400" cy="2714400"/>
                </a:xfrm>
                <a:prstGeom prst="line">
                  <a:avLst/>
                </a:prstGeom>
                <a:ln w="12700">
                  <a:solidFill>
                    <a:srgbClr val="ffffff"/>
                  </a:solidFill>
                  <a:miter/>
                </a:ln>
              </p:spPr>
              <p:style>
                <a:lnRef idx="0"/>
                <a:fillRef idx="0"/>
                <a:effectRef idx="0"/>
                <a:fontRef idx="minor"/>
              </p:style>
            </p:sp>
            <p:sp>
              <p:nvSpPr>
                <p:cNvPr id="145" name="Line 80"/>
                <p:cNvSpPr/>
                <p:nvPr/>
              </p:nvSpPr>
              <p:spPr>
                <a:xfrm flipH="1">
                  <a:off x="10777680" y="894600"/>
                  <a:ext cx="367200" cy="1370520"/>
                </a:xfrm>
                <a:prstGeom prst="line">
                  <a:avLst/>
                </a:prstGeom>
                <a:ln cap="rnd" w="12700">
                  <a:solidFill>
                    <a:srgbClr val="ffffff"/>
                  </a:solidFill>
                  <a:miter/>
                </a:ln>
              </p:spPr>
              <p:style>
                <a:lnRef idx="0"/>
                <a:fillRef idx="0"/>
                <a:effectRef idx="0"/>
                <a:fontRef idx="minor"/>
              </p:style>
            </p:sp>
            <p:sp>
              <p:nvSpPr>
                <p:cNvPr id="146" name="Line 83"/>
                <p:cNvSpPr/>
                <p:nvPr/>
              </p:nvSpPr>
              <p:spPr>
                <a:xfrm flipH="1">
                  <a:off x="9407160" y="2265120"/>
                  <a:ext cx="1370520" cy="367200"/>
                </a:xfrm>
                <a:prstGeom prst="line">
                  <a:avLst/>
                </a:prstGeom>
                <a:ln cap="rnd" w="12700">
                  <a:solidFill>
                    <a:srgbClr val="ffffff"/>
                  </a:solidFill>
                  <a:miter/>
                </a:ln>
              </p:spPr>
              <p:style>
                <a:lnRef idx="0"/>
                <a:fillRef idx="0"/>
                <a:effectRef idx="0"/>
                <a:fontRef idx="minor"/>
              </p:style>
            </p:sp>
            <p:sp>
              <p:nvSpPr>
                <p:cNvPr id="147" name="Line 86"/>
                <p:cNvSpPr/>
                <p:nvPr/>
              </p:nvSpPr>
              <p:spPr>
                <a:xfrm flipH="1">
                  <a:off x="11316600" y="1433520"/>
                  <a:ext cx="366840" cy="1370520"/>
                </a:xfrm>
                <a:prstGeom prst="line">
                  <a:avLst/>
                </a:prstGeom>
                <a:ln cap="rnd" w="12700">
                  <a:solidFill>
                    <a:srgbClr val="ffffff"/>
                  </a:solidFill>
                  <a:miter/>
                </a:ln>
              </p:spPr>
              <p:style>
                <a:lnRef idx="0"/>
                <a:fillRef idx="0"/>
                <a:effectRef idx="0"/>
                <a:fontRef idx="minor"/>
              </p:style>
            </p:sp>
            <p:sp>
              <p:nvSpPr>
                <p:cNvPr id="148" name="Line 89"/>
                <p:cNvSpPr/>
                <p:nvPr/>
              </p:nvSpPr>
              <p:spPr>
                <a:xfrm flipH="1">
                  <a:off x="9945720" y="2804040"/>
                  <a:ext cx="1370880" cy="367200"/>
                </a:xfrm>
                <a:prstGeom prst="line">
                  <a:avLst/>
                </a:prstGeom>
                <a:ln cap="rnd" w="12700">
                  <a:solidFill>
                    <a:srgbClr val="ffffff"/>
                  </a:solidFill>
                  <a:miter/>
                </a:ln>
              </p:spPr>
              <p:style>
                <a:lnRef idx="0"/>
                <a:fillRef idx="0"/>
                <a:effectRef idx="0"/>
                <a:fontRef idx="minor"/>
              </p:style>
            </p:sp>
          </p:grpSp>
        </p:grpSp>
        <p:grpSp>
          <p:nvGrpSpPr>
            <p:cNvPr id="149" name="Group 7"/>
            <p:cNvGrpSpPr/>
            <p:nvPr/>
          </p:nvGrpSpPr>
          <p:grpSpPr>
            <a:xfrm>
              <a:off x="8656560" y="3163680"/>
              <a:ext cx="3552120" cy="3552120"/>
              <a:chOff x="8656560" y="3163680"/>
              <a:chExt cx="3552120" cy="3552120"/>
            </a:xfrm>
          </p:grpSpPr>
          <p:sp>
            <p:nvSpPr>
              <p:cNvPr id="150" name="Freeform 64"/>
              <p:cNvSpPr/>
              <p:nvPr/>
            </p:nvSpPr>
            <p:spPr>
              <a:xfrm rot="13500000">
                <a:off x="8934120" y="455976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51" name="Freeform 81"/>
              <p:cNvSpPr/>
              <p:nvPr/>
            </p:nvSpPr>
            <p:spPr>
              <a:xfrm rot="13500000">
                <a:off x="9473040" y="402084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52" name="Freeform 61"/>
              <p:cNvSpPr/>
              <p:nvPr/>
            </p:nvSpPr>
            <p:spPr>
              <a:xfrm rot="13500000">
                <a:off x="9803160" y="542844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53" name="Freeform 78"/>
              <p:cNvSpPr/>
              <p:nvPr/>
            </p:nvSpPr>
            <p:spPr>
              <a:xfrm rot="13500000">
                <a:off x="10342080" y="488988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54" name="Freeform 84"/>
              <p:cNvSpPr/>
              <p:nvPr/>
            </p:nvSpPr>
            <p:spPr>
              <a:xfrm rot="13500000">
                <a:off x="10880640" y="4350960"/>
                <a:ext cx="1228320" cy="790200"/>
              </a:xfrm>
              <a:custGeom>
                <a:avLst/>
                <a:gdLst/>
                <a:ahLst/>
                <a:rect l="l" t="t"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55" name="Freeform 87"/>
              <p:cNvSpPr/>
              <p:nvPr/>
            </p:nvSpPr>
            <p:spPr>
              <a:xfrm rot="13500000">
                <a:off x="10011960" y="3482280"/>
                <a:ext cx="1228320" cy="790200"/>
              </a:xfrm>
              <a:custGeom>
                <a:avLst/>
                <a:gdLst/>
                <a:ahLst/>
                <a:rect l="l" t="t"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rotWithShape="0">
                <a:gsLst>
                  <a:gs pos="0">
                    <a:srgbClr val="ffffff">
                      <a:alpha val="80000"/>
                    </a:srgbClr>
                  </a:gs>
                  <a:gs pos="100000">
                    <a:srgbClr val="ffffff">
                      <a:alpha val="10196"/>
                    </a:srgbClr>
                  </a:gs>
                </a:gsLst>
                <a:lin ang="0"/>
              </a:gradFill>
              <a:ln w="0">
                <a:noFill/>
              </a:ln>
            </p:spPr>
            <p:style>
              <a:lnRef idx="0"/>
              <a:fillRef idx="0"/>
              <a:effectRef idx="0"/>
              <a:fontRef idx="minor"/>
            </p:style>
          </p:sp>
          <p:sp>
            <p:nvSpPr>
              <p:cNvPr id="156" name="Freeform 60"/>
              <p:cNvSpPr/>
              <p:nvPr/>
            </p:nvSpPr>
            <p:spPr>
              <a:xfrm rot="13500000">
                <a:off x="9111240" y="5166360"/>
                <a:ext cx="318600" cy="1418760"/>
              </a:xfrm>
              <a:custGeom>
                <a:avLst/>
                <a:gdLst/>
                <a:ahLst/>
                <a:rect l="l" t="t"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rotWithShape="0">
                <a:gsLst>
                  <a:gs pos="0">
                    <a:srgbClr val="ffffff">
                      <a:alpha val="80000"/>
                    </a:srgbClr>
                  </a:gs>
                  <a:gs pos="100000">
                    <a:srgbClr val="ffffff">
                      <a:alpha val="10196"/>
                    </a:srgbClr>
                  </a:gs>
                </a:gsLst>
                <a:lin ang="2700000"/>
              </a:gradFill>
              <a:ln w="0">
                <a:noFill/>
              </a:ln>
            </p:spPr>
            <p:style>
              <a:lnRef idx="0"/>
              <a:fillRef idx="0"/>
              <a:effectRef idx="0"/>
              <a:fontRef idx="minor"/>
            </p:style>
          </p:sp>
          <p:sp>
            <p:nvSpPr>
              <p:cNvPr id="157" name="Freeform 59"/>
              <p:cNvSpPr/>
              <p:nvPr/>
            </p:nvSpPr>
            <p:spPr>
              <a:xfrm rot="13500000">
                <a:off x="9336960" y="5392080"/>
                <a:ext cx="318600" cy="1418760"/>
              </a:xfrm>
              <a:custGeom>
                <a:avLst/>
                <a:gdLst/>
                <a:ahLst/>
                <a:rect l="l" t="t" r="r" b="b"/>
                <a:pathLst>
                  <a:path w="67" h="298">
                    <a:moveTo>
                      <a:pt x="0" y="149"/>
                    </a:moveTo>
                    <a:cubicBezTo>
                      <a:pt x="0" y="208"/>
                      <a:pt x="26" y="261"/>
                      <a:pt x="67" y="298"/>
                    </a:cubicBezTo>
                    <a:cubicBezTo>
                      <a:pt x="67" y="0"/>
                      <a:pt x="67" y="0"/>
                      <a:pt x="67" y="0"/>
                    </a:cubicBezTo>
                    <a:cubicBezTo>
                      <a:pt x="26" y="36"/>
                      <a:pt x="0" y="89"/>
                      <a:pt x="0" y="149"/>
                    </a:cubicBezTo>
                    <a:close/>
                  </a:path>
                </a:pathLst>
              </a:custGeom>
              <a:gradFill rotWithShape="0">
                <a:gsLst>
                  <a:gs pos="0">
                    <a:srgbClr val="ffffff">
                      <a:alpha val="80000"/>
                    </a:srgbClr>
                  </a:gs>
                  <a:gs pos="100000">
                    <a:srgbClr val="ffffff">
                      <a:alpha val="20000"/>
                    </a:srgbClr>
                  </a:gs>
                </a:gsLst>
                <a:lin ang="18900000"/>
              </a:gradFill>
              <a:ln w="0">
                <a:noFill/>
              </a:ln>
            </p:spPr>
            <p:style>
              <a:lnRef idx="0"/>
              <a:fillRef idx="0"/>
              <a:effectRef idx="0"/>
              <a:fontRef idx="minor"/>
            </p:style>
          </p:sp>
          <p:sp>
            <p:nvSpPr>
              <p:cNvPr id="158" name="Freeform 62"/>
              <p:cNvSpPr/>
              <p:nvPr/>
            </p:nvSpPr>
            <p:spPr>
              <a:xfrm rot="13500000">
                <a:off x="9756000" y="5489640"/>
                <a:ext cx="1228320" cy="76176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59" name="Freeform 65"/>
              <p:cNvSpPr/>
              <p:nvPr/>
            </p:nvSpPr>
            <p:spPr>
              <a:xfrm rot="13500000">
                <a:off x="8876880" y="461700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60" name="Freeform 79"/>
              <p:cNvSpPr/>
              <p:nvPr/>
            </p:nvSpPr>
            <p:spPr>
              <a:xfrm rot="13500000">
                <a:off x="10284840" y="4947120"/>
                <a:ext cx="1228320" cy="79020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61" name="Freeform 82"/>
              <p:cNvSpPr/>
              <p:nvPr/>
            </p:nvSpPr>
            <p:spPr>
              <a:xfrm rot="13500000">
                <a:off x="9415800" y="407808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62" name="Freeform 85"/>
              <p:cNvSpPr/>
              <p:nvPr/>
            </p:nvSpPr>
            <p:spPr>
              <a:xfrm rot="13500000">
                <a:off x="10823400" y="4408200"/>
                <a:ext cx="1228320" cy="790200"/>
              </a:xfrm>
              <a:custGeom>
                <a:avLst/>
                <a:gdLst/>
                <a:ahLst/>
                <a:rect l="l" t="t"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sp>
            <p:nvSpPr>
              <p:cNvPr id="163" name="Freeform 88"/>
              <p:cNvSpPr/>
              <p:nvPr/>
            </p:nvSpPr>
            <p:spPr>
              <a:xfrm rot="13500000">
                <a:off x="9954720" y="3539520"/>
                <a:ext cx="1228320" cy="790200"/>
              </a:xfrm>
              <a:custGeom>
                <a:avLst/>
                <a:gdLst/>
                <a:ahLst/>
                <a:rect l="l" t="t"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rotWithShape="0">
                <a:gsLst>
                  <a:gs pos="0">
                    <a:srgbClr val="ffffff">
                      <a:alpha val="80000"/>
                    </a:srgbClr>
                  </a:gs>
                  <a:gs pos="100000">
                    <a:srgbClr val="ffffff">
                      <a:alpha val="20000"/>
                    </a:srgbClr>
                  </a:gs>
                </a:gsLst>
                <a:lin ang="10800000"/>
              </a:gradFill>
              <a:ln w="0">
                <a:noFill/>
              </a:ln>
            </p:spPr>
            <p:style>
              <a:lnRef idx="0"/>
              <a:fillRef idx="0"/>
              <a:effectRef idx="0"/>
              <a:fontRef idx="minor"/>
            </p:style>
          </p:sp>
          <p:grpSp>
            <p:nvGrpSpPr>
              <p:cNvPr id="164" name="Group 22"/>
              <p:cNvGrpSpPr/>
              <p:nvPr/>
            </p:nvGrpSpPr>
            <p:grpSpPr>
              <a:xfrm>
                <a:off x="8834400" y="3722040"/>
                <a:ext cx="2815560" cy="2815200"/>
                <a:chOff x="8834400" y="3722040"/>
                <a:chExt cx="2815560" cy="2815200"/>
              </a:xfrm>
            </p:grpSpPr>
            <p:sp>
              <p:nvSpPr>
                <p:cNvPr id="165" name="Line 63"/>
                <p:cNvSpPr/>
                <p:nvPr/>
              </p:nvSpPr>
              <p:spPr>
                <a:xfrm flipH="1" flipV="1">
                  <a:off x="10205280" y="5166720"/>
                  <a:ext cx="366840" cy="1370520"/>
                </a:xfrm>
                <a:prstGeom prst="line">
                  <a:avLst/>
                </a:prstGeom>
                <a:ln cap="rnd" w="12700">
                  <a:solidFill>
                    <a:srgbClr val="ffffff"/>
                  </a:solidFill>
                  <a:miter/>
                </a:ln>
              </p:spPr>
              <p:style>
                <a:lnRef idx="0"/>
                <a:fillRef idx="0"/>
                <a:effectRef idx="0"/>
                <a:fontRef idx="minor"/>
              </p:style>
            </p:sp>
            <p:sp>
              <p:nvSpPr>
                <p:cNvPr id="166" name="Line 66"/>
                <p:cNvSpPr/>
                <p:nvPr/>
              </p:nvSpPr>
              <p:spPr>
                <a:xfrm flipH="1" flipV="1">
                  <a:off x="8834400" y="4799520"/>
                  <a:ext cx="1370880" cy="367200"/>
                </a:xfrm>
                <a:prstGeom prst="line">
                  <a:avLst/>
                </a:prstGeom>
                <a:ln cap="rnd" w="12700">
                  <a:solidFill>
                    <a:srgbClr val="ffffff"/>
                  </a:solidFill>
                  <a:miter/>
                </a:ln>
              </p:spPr>
              <p:style>
                <a:lnRef idx="0"/>
                <a:fillRef idx="0"/>
                <a:effectRef idx="0"/>
                <a:fontRef idx="minor"/>
              </p:style>
            </p:sp>
            <p:sp>
              <p:nvSpPr>
                <p:cNvPr id="167" name="Line 67"/>
                <p:cNvSpPr/>
                <p:nvPr/>
              </p:nvSpPr>
              <p:spPr>
                <a:xfrm flipH="1">
                  <a:off x="8881560" y="3775680"/>
                  <a:ext cx="2714400" cy="2714400"/>
                </a:xfrm>
                <a:prstGeom prst="line">
                  <a:avLst/>
                </a:prstGeom>
                <a:ln w="12700">
                  <a:solidFill>
                    <a:srgbClr val="ffffff"/>
                  </a:solidFill>
                  <a:miter/>
                </a:ln>
              </p:spPr>
              <p:style>
                <a:lnRef idx="0"/>
                <a:fillRef idx="0"/>
                <a:effectRef idx="0"/>
                <a:fontRef idx="minor"/>
              </p:style>
            </p:sp>
            <p:sp>
              <p:nvSpPr>
                <p:cNvPr id="168" name="Line 80"/>
                <p:cNvSpPr/>
                <p:nvPr/>
              </p:nvSpPr>
              <p:spPr>
                <a:xfrm flipH="1" flipV="1">
                  <a:off x="10743840" y="4627800"/>
                  <a:ext cx="367200" cy="1370520"/>
                </a:xfrm>
                <a:prstGeom prst="line">
                  <a:avLst/>
                </a:prstGeom>
                <a:ln cap="rnd" w="12700">
                  <a:solidFill>
                    <a:srgbClr val="ffffff"/>
                  </a:solidFill>
                  <a:miter/>
                </a:ln>
              </p:spPr>
              <p:style>
                <a:lnRef idx="0"/>
                <a:fillRef idx="0"/>
                <a:effectRef idx="0"/>
                <a:fontRef idx="minor"/>
              </p:style>
            </p:sp>
            <p:sp>
              <p:nvSpPr>
                <p:cNvPr id="169" name="Line 83"/>
                <p:cNvSpPr/>
                <p:nvPr/>
              </p:nvSpPr>
              <p:spPr>
                <a:xfrm flipH="1" flipV="1">
                  <a:off x="9373320" y="4260600"/>
                  <a:ext cx="1370520" cy="367200"/>
                </a:xfrm>
                <a:prstGeom prst="line">
                  <a:avLst/>
                </a:prstGeom>
                <a:ln cap="rnd" w="12700">
                  <a:solidFill>
                    <a:srgbClr val="ffffff"/>
                  </a:solidFill>
                  <a:miter/>
                </a:ln>
              </p:spPr>
              <p:style>
                <a:lnRef idx="0"/>
                <a:fillRef idx="0"/>
                <a:effectRef idx="0"/>
                <a:fontRef idx="minor"/>
              </p:style>
            </p:sp>
            <p:sp>
              <p:nvSpPr>
                <p:cNvPr id="170" name="Line 86"/>
                <p:cNvSpPr/>
                <p:nvPr/>
              </p:nvSpPr>
              <p:spPr>
                <a:xfrm flipH="1" flipV="1">
                  <a:off x="11282760" y="4088880"/>
                  <a:ext cx="367200" cy="1370520"/>
                </a:xfrm>
                <a:prstGeom prst="line">
                  <a:avLst/>
                </a:prstGeom>
                <a:ln cap="rnd" w="12700">
                  <a:solidFill>
                    <a:srgbClr val="ffffff"/>
                  </a:solidFill>
                  <a:miter/>
                </a:ln>
              </p:spPr>
              <p:style>
                <a:lnRef idx="0"/>
                <a:fillRef idx="0"/>
                <a:effectRef idx="0"/>
                <a:fontRef idx="minor"/>
              </p:style>
            </p:sp>
            <p:sp>
              <p:nvSpPr>
                <p:cNvPr id="171" name="Line 89"/>
                <p:cNvSpPr/>
                <p:nvPr/>
              </p:nvSpPr>
              <p:spPr>
                <a:xfrm flipH="1" flipV="1">
                  <a:off x="9912240" y="3722040"/>
                  <a:ext cx="1370520" cy="366840"/>
                </a:xfrm>
                <a:prstGeom prst="line">
                  <a:avLst/>
                </a:prstGeom>
                <a:ln cap="rnd" w="12700">
                  <a:solidFill>
                    <a:srgbClr val="ffffff"/>
                  </a:solidFill>
                  <a:miter/>
                </a:ln>
              </p:spPr>
              <p:style>
                <a:lnRef idx="0"/>
                <a:fillRef idx="0"/>
                <a:effectRef idx="0"/>
                <a:fontRef idx="minor"/>
              </p:style>
            </p:sp>
          </p:grpSp>
        </p:grpSp>
      </p:grpSp>
      <p:sp>
        <p:nvSpPr>
          <p:cNvPr id="172" name="PlaceHolder 1"/>
          <p:cNvSpPr>
            <a:spLocks noGrp="1"/>
          </p:cNvSpPr>
          <p:nvPr>
            <p:ph type="title"/>
          </p:nvPr>
        </p:nvSpPr>
        <p:spPr>
          <a:xfrm>
            <a:off x="612720" y="1417680"/>
            <a:ext cx="7909200" cy="4754160"/>
          </a:xfrm>
          <a:prstGeom prst="rect">
            <a:avLst/>
          </a:prstGeom>
          <a:noFill/>
          <a:ln w="0">
            <a:noFill/>
          </a:ln>
        </p:spPr>
        <p:txBody>
          <a:bodyPr anchor="b">
            <a:noAutofit/>
          </a:bodyPr>
          <a:p>
            <a:pPr>
              <a:lnSpc>
                <a:spcPct val="80000"/>
              </a:lnSpc>
              <a:buNone/>
            </a:pPr>
            <a:r>
              <a:rPr b="0" lang="en-US" sz="7000" spc="-1" strike="noStrike" cap="all">
                <a:solidFill>
                  <a:srgbClr val="404040"/>
                </a:solidFill>
                <a:latin typeface="바탕"/>
                <a:ea typeface="바탕"/>
              </a:rPr>
              <a:t>Section Header</a:t>
            </a:r>
            <a:endParaRPr b="0" lang="en-US" sz="7000" spc="-1" strike="noStrike">
              <a:solidFill>
                <a:srgbClr val="ffffff"/>
              </a:solidFill>
              <a:latin typeface="Avenir Next LT Pro Light"/>
            </a:endParaRPr>
          </a:p>
        </p:txBody>
      </p:sp>
      <p:sp>
        <p:nvSpPr>
          <p:cNvPr id="173" name="PlaceHolder 2"/>
          <p:cNvSpPr>
            <a:spLocks noGrp="1"/>
          </p:cNvSpPr>
          <p:nvPr>
            <p:ph type="ftr" idx="4"/>
          </p:nvPr>
        </p:nvSpPr>
        <p:spPr>
          <a:xfrm>
            <a:off x="612720" y="137520"/>
            <a:ext cx="2805120" cy="364680"/>
          </a:xfrm>
          <a:prstGeom prst="rect">
            <a:avLst/>
          </a:prstGeom>
          <a:noFill/>
          <a:ln w="0">
            <a:noFill/>
          </a:ln>
        </p:spPr>
        <p:txBody>
          <a:bodyPr anchor="ctr">
            <a:noAutofit/>
          </a:bodyPr>
          <a:lstStyle>
            <a:lvl1pPr algn="ctr">
              <a:lnSpc>
                <a:spcPct val="100000"/>
              </a:lnSpc>
              <a:buNone/>
              <a:defRPr b="0" lang="en-US" sz="1200" spc="299" strike="noStrike" cap="all">
                <a:solidFill>
                  <a:srgbClr val="939393"/>
                </a:solidFill>
                <a:latin typeface="Avenir Next LT Pro Light"/>
              </a:defRPr>
            </a:lvl1pPr>
          </a:lstStyle>
          <a:p>
            <a:pPr algn="ctr">
              <a:lnSpc>
                <a:spcPct val="100000"/>
              </a:lnSpc>
              <a:buNone/>
            </a:pPr>
            <a:r>
              <a:rPr b="0" lang="en-US" sz="1200" spc="299" strike="noStrike" cap="all">
                <a:solidFill>
                  <a:srgbClr val="939393"/>
                </a:solidFill>
                <a:latin typeface="Avenir Next LT Pro Light"/>
              </a:rPr>
              <a:t>&lt;footer&gt;</a:t>
            </a:r>
            <a:endParaRPr b="0" lang="en-US" sz="1200" spc="-1" strike="noStrike">
              <a:latin typeface="Times New Roman"/>
            </a:endParaRPr>
          </a:p>
        </p:txBody>
      </p:sp>
      <p:sp>
        <p:nvSpPr>
          <p:cNvPr id="174" name="PlaceHolder 3"/>
          <p:cNvSpPr>
            <a:spLocks noGrp="1"/>
          </p:cNvSpPr>
          <p:nvPr>
            <p:ph type="dt" idx="5"/>
          </p:nvPr>
        </p:nvSpPr>
        <p:spPr>
          <a:xfrm>
            <a:off x="8893800" y="137520"/>
            <a:ext cx="2202120" cy="364680"/>
          </a:xfrm>
          <a:prstGeom prst="rect">
            <a:avLst/>
          </a:prstGeom>
          <a:noFill/>
          <a:ln w="0">
            <a:noFill/>
          </a:ln>
        </p:spPr>
        <p:txBody>
          <a:bodyPr anchor="ctr">
            <a:noAutofit/>
          </a:bodyPr>
          <a:lstStyle>
            <a:lvl1pPr>
              <a:lnSpc>
                <a:spcPct val="100000"/>
              </a:lnSpc>
              <a:buNone/>
              <a:defRPr b="0" lang="en-US" sz="1000" spc="-1" strike="noStrike" cap="all">
                <a:solidFill>
                  <a:srgbClr val="939393"/>
                </a:solidFill>
                <a:latin typeface="Avenir Next LT Pro Light"/>
              </a:defRPr>
            </a:lvl1pPr>
          </a:lstStyle>
          <a:p>
            <a:pPr>
              <a:lnSpc>
                <a:spcPct val="100000"/>
              </a:lnSpc>
              <a:buNone/>
            </a:pPr>
            <a:r>
              <a:rPr b="0" lang="en-US" sz="1000" spc="-1" strike="noStrike" cap="all">
                <a:solidFill>
                  <a:srgbClr val="939393"/>
                </a:solidFill>
                <a:latin typeface="Avenir Next LT Pro Light"/>
              </a:rPr>
              <a:t>&lt;date/time&gt;</a:t>
            </a:r>
            <a:endParaRPr b="0" lang="en-US" sz="1000" spc="-1" strike="noStrike">
              <a:latin typeface="Times New Roman"/>
            </a:endParaRPr>
          </a:p>
        </p:txBody>
      </p:sp>
      <p:sp>
        <p:nvSpPr>
          <p:cNvPr id="175" name="PlaceHolder 4"/>
          <p:cNvSpPr>
            <a:spLocks noGrp="1"/>
          </p:cNvSpPr>
          <p:nvPr>
            <p:ph type="sldNum" idx="6"/>
          </p:nvPr>
        </p:nvSpPr>
        <p:spPr>
          <a:xfrm>
            <a:off x="11147040" y="137520"/>
            <a:ext cx="428760" cy="364680"/>
          </a:xfrm>
          <a:prstGeom prst="rect">
            <a:avLst/>
          </a:prstGeom>
          <a:noFill/>
          <a:ln w="0">
            <a:noFill/>
          </a:ln>
        </p:spPr>
        <p:txBody>
          <a:bodyPr anchor="ctr">
            <a:noAutofit/>
          </a:bodyPr>
          <a:lstStyle>
            <a:lvl1pPr algn="r">
              <a:lnSpc>
                <a:spcPct val="100000"/>
              </a:lnSpc>
              <a:buNone/>
              <a:defRPr b="0" lang="en-US" sz="1000" spc="-1" strike="noStrike" cap="all">
                <a:solidFill>
                  <a:srgbClr val="939393"/>
                </a:solidFill>
                <a:latin typeface="Avenir Next LT Pro Light"/>
              </a:defRPr>
            </a:lvl1pPr>
          </a:lstStyle>
          <a:p>
            <a:pPr algn="r">
              <a:lnSpc>
                <a:spcPct val="100000"/>
              </a:lnSpc>
              <a:buNone/>
            </a:pPr>
            <a:fld id="{F5707461-1F9E-42F4-9EE8-B27BB7A9798E}" type="slidenum">
              <a:rPr b="0" lang="en-US" sz="1000" spc="-1" strike="noStrike" cap="all">
                <a:solidFill>
                  <a:srgbClr val="939393"/>
                </a:solidFill>
                <a:latin typeface="Avenir Next LT Pro Light"/>
              </a:rPr>
              <a:t>&lt;number&gt;</a:t>
            </a:fld>
            <a:endParaRPr b="0" lang="en-US" sz="1000" spc="-1" strike="noStrike">
              <a:latin typeface="Times New Roman"/>
            </a:endParaRPr>
          </a:p>
        </p:txBody>
      </p:sp>
      <p:sp>
        <p:nvSpPr>
          <p:cNvPr id="17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en-US" sz="1800" spc="-1" strike="noStrike">
                <a:solidFill>
                  <a:srgbClr val="ffffff"/>
                </a:solidFill>
                <a:latin typeface="Avenir Next LT Pro Light"/>
              </a:rPr>
              <a:t>Click to edit the outline text format</a:t>
            </a:r>
            <a:endParaRPr b="0" lang="en-US" sz="1800" spc="-1" strike="noStrike">
              <a:solidFill>
                <a:srgbClr val="ffffff"/>
              </a:solidFill>
              <a:latin typeface="Avenir Next LT Pro Light"/>
            </a:endParaRPr>
          </a:p>
          <a:p>
            <a:pPr lvl="1" marL="864000" indent="-324000">
              <a:lnSpc>
                <a:spcPct val="120000"/>
              </a:lnSpc>
              <a:spcBef>
                <a:spcPts val="1134"/>
              </a:spcBef>
              <a:buClr>
                <a:srgbClr val="000000"/>
              </a:buClr>
              <a:buSzPct val="75000"/>
              <a:buFont typeface="Symbol" charset="2"/>
              <a:buChar char=""/>
            </a:pPr>
            <a:r>
              <a:rPr b="0" lang="en-US" sz="1400" spc="-1" strike="noStrike">
                <a:solidFill>
                  <a:srgbClr val="ffffff"/>
                </a:solidFill>
                <a:latin typeface="Avenir Next LT Pro Light"/>
              </a:rPr>
              <a:t>Second Outline Level</a:t>
            </a:r>
            <a:endParaRPr b="0" lang="en-US" sz="1400" spc="-1" strike="noStrike">
              <a:solidFill>
                <a:srgbClr val="ffffff"/>
              </a:solidFill>
              <a:latin typeface="Avenir Next LT Pro Light"/>
            </a:endParaRPr>
          </a:p>
          <a:p>
            <a:pPr lvl="2" marL="1296000" indent="-288000">
              <a:lnSpc>
                <a:spcPct val="120000"/>
              </a:lnSpc>
              <a:spcBef>
                <a:spcPts val="850"/>
              </a:spcBef>
              <a:buClr>
                <a:srgbClr val="000000"/>
              </a:buClr>
              <a:buSzPct val="45000"/>
              <a:buFont typeface="Wingdings" charset="2"/>
              <a:buChar char=""/>
            </a:pPr>
            <a:r>
              <a:rPr b="0" lang="en-US" sz="1400" spc="-1" strike="noStrike">
                <a:solidFill>
                  <a:srgbClr val="ffffff"/>
                </a:solidFill>
                <a:latin typeface="Avenir Next LT Pro Light"/>
              </a:rPr>
              <a:t>Third Outline Level</a:t>
            </a:r>
            <a:endParaRPr b="0" lang="en-US" sz="1400" spc="-1" strike="noStrike">
              <a:solidFill>
                <a:srgbClr val="ffffff"/>
              </a:solidFill>
              <a:latin typeface="Avenir Next LT Pro Light"/>
            </a:endParaRPr>
          </a:p>
          <a:p>
            <a:pPr lvl="3" marL="1728000" indent="-216000">
              <a:lnSpc>
                <a:spcPct val="120000"/>
              </a:lnSpc>
              <a:spcBef>
                <a:spcPts val="567"/>
              </a:spcBef>
              <a:buClr>
                <a:srgbClr val="000000"/>
              </a:buClr>
              <a:buSzPct val="75000"/>
              <a:buFont typeface="Symbol" charset="2"/>
              <a:buChar char=""/>
            </a:pPr>
            <a:r>
              <a:rPr b="0" lang="en-US" sz="1400" spc="-1" strike="noStrike">
                <a:solidFill>
                  <a:srgbClr val="ffffff"/>
                </a:solidFill>
                <a:latin typeface="Avenir Next LT Pro Light"/>
              </a:rPr>
              <a:t>Fourth Outline Level</a:t>
            </a:r>
            <a:endParaRPr b="0" lang="en-US" sz="1400" spc="-1" strike="noStrike">
              <a:solidFill>
                <a:srgbClr val="ffffff"/>
              </a:solidFill>
              <a:latin typeface="Avenir Next LT Pro Light"/>
            </a:endParaRPr>
          </a:p>
          <a:p>
            <a:pPr lvl="4" marL="2160000" indent="-216000">
              <a:lnSpc>
                <a:spcPct val="120000"/>
              </a:lnSpc>
              <a:spcBef>
                <a:spcPts val="283"/>
              </a:spcBef>
              <a:buClr>
                <a:srgbClr val="000000"/>
              </a:buClr>
              <a:buSzPct val="45000"/>
              <a:buFont typeface="Wingdings" charset="2"/>
              <a:buChar char=""/>
            </a:pPr>
            <a:r>
              <a:rPr b="0" lang="en-US" sz="2000" spc="-1" strike="noStrike">
                <a:solidFill>
                  <a:srgbClr val="ffffff"/>
                </a:solidFill>
                <a:latin typeface="Avenir Next LT Pro Light"/>
              </a:rPr>
              <a:t>Fifth Outline Level</a:t>
            </a:r>
            <a:endParaRPr b="0" lang="en-US" sz="2000" spc="-1" strike="noStrike">
              <a:solidFill>
                <a:srgbClr val="ffffff"/>
              </a:solidFill>
              <a:latin typeface="Avenir Next LT Pro Light"/>
            </a:endParaRPr>
          </a:p>
          <a:p>
            <a:pPr lvl="5" marL="2592000" indent="-216000">
              <a:lnSpc>
                <a:spcPct val="120000"/>
              </a:lnSpc>
              <a:spcBef>
                <a:spcPts val="283"/>
              </a:spcBef>
              <a:buClr>
                <a:srgbClr val="000000"/>
              </a:buClr>
              <a:buSzPct val="45000"/>
              <a:buFont typeface="Wingdings" charset="2"/>
              <a:buChar char=""/>
            </a:pPr>
            <a:r>
              <a:rPr b="0" lang="en-US" sz="2000" spc="-1" strike="noStrike">
                <a:solidFill>
                  <a:srgbClr val="ffffff"/>
                </a:solidFill>
                <a:latin typeface="Avenir Next LT Pro Light"/>
              </a:rPr>
              <a:t>Sixth Outline Level</a:t>
            </a:r>
            <a:endParaRPr b="0" lang="en-US" sz="2000" spc="-1" strike="noStrike">
              <a:solidFill>
                <a:srgbClr val="ffffff"/>
              </a:solidFill>
              <a:latin typeface="Avenir Next LT Pro Light"/>
            </a:endParaRPr>
          </a:p>
          <a:p>
            <a:pPr lvl="6" marL="3024000" indent="-216000">
              <a:lnSpc>
                <a:spcPct val="120000"/>
              </a:lnSpc>
              <a:spcBef>
                <a:spcPts val="283"/>
              </a:spcBef>
              <a:buClr>
                <a:srgbClr val="000000"/>
              </a:buClr>
              <a:buSzPct val="45000"/>
              <a:buFont typeface="Wingdings" charset="2"/>
              <a:buChar char=""/>
            </a:pPr>
            <a:r>
              <a:rPr b="0" lang="en-US" sz="2000" spc="-1" strike="noStrike">
                <a:solidFill>
                  <a:srgbClr val="ffffff"/>
                </a:solidFill>
                <a:latin typeface="Avenir Next LT Pro Light"/>
              </a:rPr>
              <a:t>Seventh Outline Level</a:t>
            </a:r>
            <a:endParaRPr b="0" lang="en-US" sz="2000" spc="-1" strike="noStrike">
              <a:solidFill>
                <a:srgbClr val="ffffff"/>
              </a:solidFill>
              <a:latin typeface="Avenir Next LT Pro Light"/>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ae3e3"/>
        </a:solidFill>
      </p:bgPr>
    </p:bg>
    <p:spTree>
      <p:nvGrpSpPr>
        <p:cNvPr id="1" name=""/>
        <p:cNvGrpSpPr/>
        <p:nvPr/>
      </p:nvGrpSpPr>
      <p:grpSpPr>
        <a:xfrm>
          <a:off x="0" y="0"/>
          <a:ext cx="0" cy="0"/>
          <a:chOff x="0" y="0"/>
          <a:chExt cx="0" cy="0"/>
        </a:xfrm>
      </p:grpSpPr>
      <p:sp>
        <p:nvSpPr>
          <p:cNvPr id="213" name="Straight Connector 8"/>
          <p:cNvSpPr/>
          <p:nvPr/>
        </p:nvSpPr>
        <p:spPr>
          <a:xfrm>
            <a:off x="4750200" y="685800"/>
            <a:ext cx="360" cy="5486400"/>
          </a:xfrm>
          <a:prstGeom prst="line">
            <a:avLst/>
          </a:prstGeom>
          <a:ln w="12700">
            <a:solidFill>
              <a:srgbClr val="ffffff"/>
            </a:solidFill>
          </a:ln>
        </p:spPr>
        <p:style>
          <a:lnRef idx="1">
            <a:schemeClr val="accent1"/>
          </a:lnRef>
          <a:fillRef idx="0">
            <a:schemeClr val="accent1"/>
          </a:fillRef>
          <a:effectRef idx="0">
            <a:schemeClr val="accent1"/>
          </a:effectRef>
          <a:fontRef idx="minor"/>
        </p:style>
      </p:sp>
      <p:sp>
        <p:nvSpPr>
          <p:cNvPr id="214" name="PlaceHolder 1"/>
          <p:cNvSpPr>
            <a:spLocks noGrp="1"/>
          </p:cNvSpPr>
          <p:nvPr>
            <p:ph type="title"/>
          </p:nvPr>
        </p:nvSpPr>
        <p:spPr>
          <a:xfrm>
            <a:off x="612720" y="958680"/>
            <a:ext cx="3651120" cy="4940280"/>
          </a:xfrm>
          <a:prstGeom prst="rect">
            <a:avLst/>
          </a:prstGeom>
          <a:noFill/>
          <a:ln w="0">
            <a:noFill/>
          </a:ln>
        </p:spPr>
        <p:txBody>
          <a:bodyPr anchor="ctr">
            <a:noAutofit/>
          </a:bodyPr>
          <a:p>
            <a:pPr>
              <a:lnSpc>
                <a:spcPct val="80000"/>
              </a:lnSpc>
              <a:buNone/>
            </a:pPr>
            <a:r>
              <a:rPr b="0" lang="en-US" sz="3200" spc="-1" strike="noStrike" cap="all">
                <a:solidFill>
                  <a:srgbClr val="404040"/>
                </a:solidFill>
                <a:latin typeface="바탕"/>
                <a:ea typeface="바탕"/>
              </a:rPr>
              <a:t>Click to edit Master title style</a:t>
            </a:r>
            <a:endParaRPr b="0" lang="en-US" sz="3200" spc="-1" strike="noStrike">
              <a:solidFill>
                <a:srgbClr val="000000"/>
              </a:solidFill>
              <a:latin typeface="Avenir Next LT Pro Light"/>
            </a:endParaRPr>
          </a:p>
        </p:txBody>
      </p:sp>
      <p:sp>
        <p:nvSpPr>
          <p:cNvPr id="215" name="PlaceHolder 2"/>
          <p:cNvSpPr>
            <a:spLocks noGrp="1"/>
          </p:cNvSpPr>
          <p:nvPr>
            <p:ph type="body"/>
          </p:nvPr>
        </p:nvSpPr>
        <p:spPr>
          <a:xfrm>
            <a:off x="5184720" y="958680"/>
            <a:ext cx="5939640" cy="4940280"/>
          </a:xfrm>
          <a:prstGeom prst="rect">
            <a:avLst/>
          </a:prstGeom>
          <a:noFill/>
          <a:ln w="0">
            <a:noFill/>
          </a:ln>
        </p:spPr>
        <p:txBody>
          <a:bodyPr anchor="ctr">
            <a:noAutofit/>
          </a:bodyPr>
          <a:p>
            <a:pPr>
              <a:lnSpc>
                <a:spcPct val="120000"/>
              </a:lnSpc>
              <a:spcBef>
                <a:spcPts val="1001"/>
              </a:spcBef>
              <a:buNone/>
              <a:tabLst>
                <a:tab algn="l" pos="0"/>
              </a:tabLst>
            </a:pPr>
            <a:r>
              <a:rPr b="0" lang="en-US" sz="1400" spc="-1" strike="noStrike">
                <a:solidFill>
                  <a:srgbClr val="595959"/>
                </a:solidFill>
                <a:latin typeface="Avenir Next LT Pro Light"/>
              </a:rPr>
              <a:t>Click to edit Master text styles</a:t>
            </a:r>
            <a:endParaRPr b="0" lang="en-US" sz="1400" spc="-1" strike="noStrike">
              <a:solidFill>
                <a:srgbClr val="595959"/>
              </a:solidFill>
              <a:latin typeface="Avenir Next LT Pro Light"/>
            </a:endParaRPr>
          </a:p>
          <a:p>
            <a:pPr marL="228600">
              <a:lnSpc>
                <a:spcPct val="120000"/>
              </a:lnSpc>
              <a:spcBef>
                <a:spcPts val="499"/>
              </a:spcBef>
              <a:buNone/>
              <a:tabLst>
                <a:tab algn="l" pos="0"/>
              </a:tabLst>
            </a:pPr>
            <a:r>
              <a:rPr b="0" lang="en-US" sz="1400" spc="-1" strike="noStrike">
                <a:solidFill>
                  <a:srgbClr val="595959"/>
                </a:solidFill>
                <a:latin typeface="Avenir Next LT Pro Light"/>
              </a:rPr>
              <a:t>Second level</a:t>
            </a:r>
            <a:endParaRPr b="0" lang="en-US" sz="1400" spc="-1" strike="noStrike">
              <a:solidFill>
                <a:srgbClr val="595959"/>
              </a:solidFill>
              <a:latin typeface="Avenir Next LT Pro Light"/>
            </a:endParaRPr>
          </a:p>
          <a:p>
            <a:pPr marL="457200">
              <a:lnSpc>
                <a:spcPct val="120000"/>
              </a:lnSpc>
              <a:spcBef>
                <a:spcPts val="499"/>
              </a:spcBef>
              <a:buNone/>
              <a:tabLst>
                <a:tab algn="l" pos="0"/>
              </a:tabLst>
            </a:pPr>
            <a:r>
              <a:rPr b="0" lang="en-US" sz="1400" spc="-1" strike="noStrike">
                <a:solidFill>
                  <a:srgbClr val="595959"/>
                </a:solidFill>
                <a:latin typeface="Avenir Next LT Pro Light"/>
              </a:rPr>
              <a:t>Third level</a:t>
            </a:r>
            <a:endParaRPr b="0" lang="en-US" sz="1400" spc="-1" strike="noStrike">
              <a:solidFill>
                <a:srgbClr val="595959"/>
              </a:solidFill>
              <a:latin typeface="Avenir Next LT Pro Light"/>
            </a:endParaRPr>
          </a:p>
          <a:p>
            <a:pPr marL="685800">
              <a:lnSpc>
                <a:spcPct val="120000"/>
              </a:lnSpc>
              <a:spcBef>
                <a:spcPts val="499"/>
              </a:spcBef>
              <a:buNone/>
              <a:tabLst>
                <a:tab algn="l" pos="0"/>
              </a:tabLst>
            </a:pPr>
            <a:r>
              <a:rPr b="0" lang="en-US" sz="1400" spc="-1" strike="noStrike">
                <a:solidFill>
                  <a:srgbClr val="595959"/>
                </a:solidFill>
                <a:latin typeface="Avenir Next LT Pro Light"/>
              </a:rPr>
              <a:t>Fourth level</a:t>
            </a:r>
            <a:endParaRPr b="0" lang="en-US" sz="1400" spc="-1" strike="noStrike">
              <a:solidFill>
                <a:srgbClr val="595959"/>
              </a:solidFill>
              <a:latin typeface="Avenir Next LT Pro Light"/>
            </a:endParaRPr>
          </a:p>
          <a:p>
            <a:pPr marL="914400">
              <a:lnSpc>
                <a:spcPct val="120000"/>
              </a:lnSpc>
              <a:spcBef>
                <a:spcPts val="499"/>
              </a:spcBef>
              <a:buNone/>
              <a:tabLst>
                <a:tab algn="l" pos="0"/>
              </a:tabLst>
            </a:pPr>
            <a:r>
              <a:rPr b="0" lang="en-US" sz="1400" spc="-1" strike="noStrike">
                <a:solidFill>
                  <a:srgbClr val="595959"/>
                </a:solidFill>
                <a:latin typeface="Avenir Next LT Pro Light"/>
              </a:rPr>
              <a:t>Fifth level</a:t>
            </a:r>
            <a:endParaRPr b="0" lang="en-US" sz="1400" spc="-1" strike="noStrike">
              <a:solidFill>
                <a:srgbClr val="595959"/>
              </a:solidFill>
              <a:latin typeface="Avenir Next LT Pro Light"/>
            </a:endParaRPr>
          </a:p>
        </p:txBody>
      </p:sp>
      <p:sp>
        <p:nvSpPr>
          <p:cNvPr id="216" name="PlaceHolder 3"/>
          <p:cNvSpPr>
            <a:spLocks noGrp="1"/>
          </p:cNvSpPr>
          <p:nvPr>
            <p:ph type="dt" idx="7"/>
          </p:nvPr>
        </p:nvSpPr>
        <p:spPr>
          <a:xfrm>
            <a:off x="612720" y="6343920"/>
            <a:ext cx="2202120" cy="364680"/>
          </a:xfrm>
          <a:prstGeom prst="rect">
            <a:avLst/>
          </a:prstGeom>
          <a:noFill/>
          <a:ln w="0">
            <a:noFill/>
          </a:ln>
        </p:spPr>
        <p:txBody>
          <a:bodyPr anchor="ctr">
            <a:noAutofit/>
          </a:bodyPr>
          <a:lstStyle>
            <a:lvl1pPr>
              <a:lnSpc>
                <a:spcPct val="100000"/>
              </a:lnSpc>
              <a:buNone/>
              <a:defRPr b="0" lang="en-US" sz="1000" spc="-1" strike="noStrike" cap="all">
                <a:solidFill>
                  <a:srgbClr val="595959"/>
                </a:solidFill>
                <a:latin typeface="Avenir Next LT Pro Light"/>
              </a:defRPr>
            </a:lvl1pPr>
          </a:lstStyle>
          <a:p>
            <a:pPr>
              <a:lnSpc>
                <a:spcPct val="100000"/>
              </a:lnSpc>
              <a:buNone/>
            </a:pPr>
            <a:r>
              <a:rPr b="0" lang="en-US" sz="1000" spc="-1" strike="noStrike" cap="all">
                <a:solidFill>
                  <a:srgbClr val="595959"/>
                </a:solidFill>
                <a:latin typeface="Avenir Next LT Pro Light"/>
              </a:rPr>
              <a:t>&lt;date/time&gt;</a:t>
            </a:r>
            <a:endParaRPr b="0" lang="en-US" sz="1000" spc="-1" strike="noStrike">
              <a:latin typeface="Times New Roman"/>
            </a:endParaRPr>
          </a:p>
        </p:txBody>
      </p:sp>
      <p:sp>
        <p:nvSpPr>
          <p:cNvPr id="217" name="PlaceHolder 4"/>
          <p:cNvSpPr>
            <a:spLocks noGrp="1"/>
          </p:cNvSpPr>
          <p:nvPr>
            <p:ph type="ftr" idx="8"/>
          </p:nvPr>
        </p:nvSpPr>
        <p:spPr>
          <a:xfrm>
            <a:off x="4693320" y="6343920"/>
            <a:ext cx="2805120" cy="364680"/>
          </a:xfrm>
          <a:prstGeom prst="rect">
            <a:avLst/>
          </a:prstGeom>
          <a:noFill/>
          <a:ln w="0">
            <a:noFill/>
          </a:ln>
        </p:spPr>
        <p:txBody>
          <a:bodyPr anchor="ctr">
            <a:noAutofit/>
          </a:bodyPr>
          <a:lstStyle>
            <a:lvl1pPr algn="ctr">
              <a:lnSpc>
                <a:spcPct val="100000"/>
              </a:lnSpc>
              <a:buNone/>
              <a:defRPr b="0" lang="en-US" sz="1200" spc="299" strike="noStrike" cap="all">
                <a:solidFill>
                  <a:srgbClr val="595959"/>
                </a:solidFill>
                <a:latin typeface="Avenir Next LT Pro Light"/>
              </a:defRPr>
            </a:lvl1pPr>
          </a:lstStyle>
          <a:p>
            <a:pPr algn="ctr">
              <a:lnSpc>
                <a:spcPct val="100000"/>
              </a:lnSpc>
              <a:buNone/>
            </a:pPr>
            <a:r>
              <a:rPr b="0" lang="en-US" sz="1200" spc="299" strike="noStrike" cap="all">
                <a:solidFill>
                  <a:srgbClr val="595959"/>
                </a:solidFill>
                <a:latin typeface="Avenir Next LT Pro Light"/>
              </a:rPr>
              <a:t>&lt;footer&gt;</a:t>
            </a:r>
            <a:endParaRPr b="0" lang="en-US" sz="1200" spc="-1" strike="noStrike">
              <a:latin typeface="Times New Roman"/>
            </a:endParaRPr>
          </a:p>
        </p:txBody>
      </p:sp>
      <p:sp>
        <p:nvSpPr>
          <p:cNvPr id="218" name="PlaceHolder 5"/>
          <p:cNvSpPr>
            <a:spLocks noGrp="1"/>
          </p:cNvSpPr>
          <p:nvPr>
            <p:ph type="sldNum" idx="9"/>
          </p:nvPr>
        </p:nvSpPr>
        <p:spPr>
          <a:xfrm>
            <a:off x="11147040" y="6343920"/>
            <a:ext cx="428760" cy="364680"/>
          </a:xfrm>
          <a:prstGeom prst="rect">
            <a:avLst/>
          </a:prstGeom>
          <a:noFill/>
          <a:ln w="0">
            <a:noFill/>
          </a:ln>
        </p:spPr>
        <p:txBody>
          <a:bodyPr anchor="ctr">
            <a:noAutofit/>
          </a:bodyPr>
          <a:lstStyle>
            <a:lvl1pPr algn="r">
              <a:lnSpc>
                <a:spcPct val="100000"/>
              </a:lnSpc>
              <a:buNone/>
              <a:defRPr b="0" lang="en-US" sz="1000" spc="-1" strike="noStrike" cap="all">
                <a:solidFill>
                  <a:srgbClr val="595959"/>
                </a:solidFill>
                <a:latin typeface="Avenir Next LT Pro Light"/>
              </a:defRPr>
            </a:lvl1pPr>
          </a:lstStyle>
          <a:p>
            <a:pPr algn="r">
              <a:lnSpc>
                <a:spcPct val="100000"/>
              </a:lnSpc>
              <a:buNone/>
            </a:pPr>
            <a:fld id="{C93742C5-9BB7-44A1-9F8D-78558DAFA862}" type="slidenum">
              <a:rPr b="0" lang="en-US" sz="1000" spc="-1" strike="noStrike" cap="all">
                <a:solidFill>
                  <a:srgbClr val="595959"/>
                </a:solidFill>
                <a:latin typeface="Avenir Next LT Pro Light"/>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ae3e3"/>
        </a:solidFill>
      </p:bgPr>
    </p:bg>
    <p:spTree>
      <p:nvGrpSpPr>
        <p:cNvPr id="1" name=""/>
        <p:cNvGrpSpPr/>
        <p:nvPr/>
      </p:nvGrpSpPr>
      <p:grpSpPr>
        <a:xfrm>
          <a:off x="0" y="0"/>
          <a:ext cx="0" cy="0"/>
          <a:chOff x="0" y="0"/>
          <a:chExt cx="0" cy="0"/>
        </a:xfrm>
      </p:grpSpPr>
      <p:sp>
        <p:nvSpPr>
          <p:cNvPr id="255" name="Rectangle 8"/>
          <p:cNvSpPr/>
          <p:nvPr/>
        </p:nvSpPr>
        <p:spPr>
          <a:xfrm>
            <a:off x="714240" y="2205000"/>
            <a:ext cx="4768560" cy="3943440"/>
          </a:xfrm>
          <a:prstGeom prst="rect">
            <a:avLst/>
          </a:pr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p:style>
      </p:sp>
      <p:sp>
        <p:nvSpPr>
          <p:cNvPr id="256" name="PlaceHolder 1"/>
          <p:cNvSpPr>
            <a:spLocks noGrp="1"/>
          </p:cNvSpPr>
          <p:nvPr>
            <p:ph type="title"/>
          </p:nvPr>
        </p:nvSpPr>
        <p:spPr>
          <a:xfrm>
            <a:off x="612720" y="709200"/>
            <a:ext cx="3956040" cy="890640"/>
          </a:xfrm>
          <a:prstGeom prst="rect">
            <a:avLst/>
          </a:prstGeom>
          <a:noFill/>
          <a:ln w="0">
            <a:noFill/>
          </a:ln>
        </p:spPr>
        <p:txBody>
          <a:bodyPr anchor="b">
            <a:noAutofit/>
          </a:bodyPr>
          <a:p>
            <a:pPr>
              <a:lnSpc>
                <a:spcPct val="80000"/>
              </a:lnSpc>
              <a:buNone/>
            </a:pPr>
            <a:r>
              <a:rPr b="0" lang="en-US" sz="3200" spc="-1" strike="noStrike" cap="all">
                <a:solidFill>
                  <a:srgbClr val="404040"/>
                </a:solidFill>
                <a:latin typeface="바탕"/>
                <a:ea typeface="바탕"/>
              </a:rPr>
              <a:t>Click to edit Master title style</a:t>
            </a:r>
            <a:endParaRPr b="0" lang="en-US" sz="3200" spc="-1" strike="noStrike">
              <a:solidFill>
                <a:srgbClr val="000000"/>
              </a:solidFill>
              <a:latin typeface="Avenir Next LT Pro Light"/>
            </a:endParaRPr>
          </a:p>
        </p:txBody>
      </p:sp>
      <p:sp>
        <p:nvSpPr>
          <p:cNvPr id="257" name="PlaceHolder 2"/>
          <p:cNvSpPr>
            <a:spLocks noGrp="1"/>
          </p:cNvSpPr>
          <p:nvPr>
            <p:ph type="body"/>
          </p:nvPr>
        </p:nvSpPr>
        <p:spPr>
          <a:xfrm>
            <a:off x="986760" y="2480760"/>
            <a:ext cx="4224240" cy="3391920"/>
          </a:xfrm>
          <a:prstGeom prst="rect">
            <a:avLst/>
          </a:prstGeom>
          <a:blipFill rotWithShape="0">
            <a:blip r:embed="rId2">
              <a:alphaModFix amt="60000"/>
            </a:blip>
            <a:stretch/>
          </a:blipFill>
          <a:ln w="0">
            <a:noFill/>
          </a:ln>
        </p:spPr>
        <p:txBody>
          <a:bodyPr lIns="90000" rIns="90000" tIns="45000" bIns="45000" anchor="t">
            <a:noAutofit/>
          </a:bodyPr>
          <a:p>
            <a:pPr>
              <a:lnSpc>
                <a:spcPct val="100000"/>
              </a:lnSpc>
              <a:buNone/>
            </a:pPr>
            <a:r>
              <a:rPr b="0" lang="en-US" sz="1800" spc="-1" strike="noStrike">
                <a:solidFill>
                  <a:srgbClr val="000000"/>
                </a:solidFill>
                <a:latin typeface="Avenir Next LT Pro Light"/>
              </a:rPr>
              <a:t> </a:t>
            </a:r>
            <a:endParaRPr b="0" lang="en-US" sz="1800" spc="-1" strike="noStrike">
              <a:solidFill>
                <a:srgbClr val="595959"/>
              </a:solidFill>
              <a:latin typeface="Avenir Next LT Pro Light"/>
            </a:endParaRPr>
          </a:p>
        </p:txBody>
      </p:sp>
      <p:sp>
        <p:nvSpPr>
          <p:cNvPr id="258" name="PlaceHolder 3"/>
          <p:cNvSpPr>
            <a:spLocks noGrp="1"/>
          </p:cNvSpPr>
          <p:nvPr>
            <p:ph type="body"/>
          </p:nvPr>
        </p:nvSpPr>
        <p:spPr>
          <a:xfrm>
            <a:off x="6095880" y="732240"/>
            <a:ext cx="5486040" cy="5405040"/>
          </a:xfrm>
          <a:prstGeom prst="rect">
            <a:avLst/>
          </a:prstGeom>
          <a:noFill/>
          <a:ln w="0">
            <a:noFill/>
          </a:ln>
        </p:spPr>
        <p:txBody>
          <a:bodyPr anchor="t">
            <a:noAutofit/>
          </a:bodyPr>
          <a:p>
            <a:pPr>
              <a:lnSpc>
                <a:spcPct val="120000"/>
              </a:lnSpc>
              <a:spcBef>
                <a:spcPts val="1001"/>
              </a:spcBef>
              <a:buNone/>
              <a:tabLst>
                <a:tab algn="l" pos="0"/>
              </a:tabLst>
            </a:pPr>
            <a:r>
              <a:rPr b="0" lang="en-US" sz="1400" spc="-1" strike="noStrike">
                <a:solidFill>
                  <a:srgbClr val="595959"/>
                </a:solidFill>
                <a:latin typeface="Avenir Next LT Pro Light"/>
              </a:rPr>
              <a:t>Click to edit Master text styles</a:t>
            </a:r>
            <a:endParaRPr b="0" lang="en-US" sz="1400" spc="-1" strike="noStrike">
              <a:solidFill>
                <a:srgbClr val="595959"/>
              </a:solidFill>
              <a:latin typeface="Avenir Next LT Pro Light"/>
            </a:endParaRPr>
          </a:p>
          <a:p>
            <a:pPr marL="228600">
              <a:lnSpc>
                <a:spcPct val="120000"/>
              </a:lnSpc>
              <a:spcBef>
                <a:spcPts val="499"/>
              </a:spcBef>
              <a:buNone/>
              <a:tabLst>
                <a:tab algn="l" pos="0"/>
              </a:tabLst>
            </a:pPr>
            <a:r>
              <a:rPr b="0" lang="en-US" sz="1400" spc="-1" strike="noStrike">
                <a:solidFill>
                  <a:srgbClr val="595959"/>
                </a:solidFill>
                <a:latin typeface="Avenir Next LT Pro Light"/>
              </a:rPr>
              <a:t>Second level</a:t>
            </a:r>
            <a:endParaRPr b="0" lang="en-US" sz="1400" spc="-1" strike="noStrike">
              <a:solidFill>
                <a:srgbClr val="595959"/>
              </a:solidFill>
              <a:latin typeface="Avenir Next LT Pro Light"/>
            </a:endParaRPr>
          </a:p>
          <a:p>
            <a:pPr marL="457200">
              <a:lnSpc>
                <a:spcPct val="120000"/>
              </a:lnSpc>
              <a:spcBef>
                <a:spcPts val="499"/>
              </a:spcBef>
              <a:buNone/>
              <a:tabLst>
                <a:tab algn="l" pos="0"/>
              </a:tabLst>
            </a:pPr>
            <a:r>
              <a:rPr b="0" lang="en-US" sz="1400" spc="-1" strike="noStrike">
                <a:solidFill>
                  <a:srgbClr val="595959"/>
                </a:solidFill>
                <a:latin typeface="Avenir Next LT Pro Light"/>
              </a:rPr>
              <a:t>Third level</a:t>
            </a:r>
            <a:endParaRPr b="0" lang="en-US" sz="1400" spc="-1" strike="noStrike">
              <a:solidFill>
                <a:srgbClr val="595959"/>
              </a:solidFill>
              <a:latin typeface="Avenir Next LT Pro Light"/>
            </a:endParaRPr>
          </a:p>
          <a:p>
            <a:pPr marL="685800">
              <a:lnSpc>
                <a:spcPct val="120000"/>
              </a:lnSpc>
              <a:spcBef>
                <a:spcPts val="499"/>
              </a:spcBef>
              <a:buNone/>
              <a:tabLst>
                <a:tab algn="l" pos="0"/>
              </a:tabLst>
            </a:pPr>
            <a:r>
              <a:rPr b="0" lang="en-US" sz="1400" spc="-1" strike="noStrike">
                <a:solidFill>
                  <a:srgbClr val="595959"/>
                </a:solidFill>
                <a:latin typeface="Avenir Next LT Pro Light"/>
              </a:rPr>
              <a:t>Fourth level</a:t>
            </a:r>
            <a:endParaRPr b="0" lang="en-US" sz="1400" spc="-1" strike="noStrike">
              <a:solidFill>
                <a:srgbClr val="595959"/>
              </a:solidFill>
              <a:latin typeface="Avenir Next LT Pro Light"/>
            </a:endParaRPr>
          </a:p>
          <a:p>
            <a:pPr marL="914400">
              <a:lnSpc>
                <a:spcPct val="120000"/>
              </a:lnSpc>
              <a:spcBef>
                <a:spcPts val="499"/>
              </a:spcBef>
              <a:buNone/>
              <a:tabLst>
                <a:tab algn="l" pos="0"/>
              </a:tabLst>
            </a:pPr>
            <a:r>
              <a:rPr b="0" lang="en-US" sz="1400" spc="-1" strike="noStrike">
                <a:solidFill>
                  <a:srgbClr val="595959"/>
                </a:solidFill>
                <a:latin typeface="Avenir Next LT Pro Light"/>
              </a:rPr>
              <a:t>Fifth level</a:t>
            </a:r>
            <a:endParaRPr b="0" lang="en-US" sz="1400" spc="-1" strike="noStrike">
              <a:solidFill>
                <a:srgbClr val="595959"/>
              </a:solidFill>
              <a:latin typeface="Avenir Next LT Pro Light"/>
            </a:endParaRPr>
          </a:p>
        </p:txBody>
      </p:sp>
      <p:sp>
        <p:nvSpPr>
          <p:cNvPr id="259" name="PlaceHolder 4"/>
          <p:cNvSpPr>
            <a:spLocks noGrp="1"/>
          </p:cNvSpPr>
          <p:nvPr>
            <p:ph type="dt" idx="10"/>
          </p:nvPr>
        </p:nvSpPr>
        <p:spPr>
          <a:xfrm>
            <a:off x="612720" y="6343920"/>
            <a:ext cx="2202120" cy="364680"/>
          </a:xfrm>
          <a:prstGeom prst="rect">
            <a:avLst/>
          </a:prstGeom>
          <a:noFill/>
          <a:ln w="0">
            <a:noFill/>
          </a:ln>
        </p:spPr>
        <p:txBody>
          <a:bodyPr anchor="ctr">
            <a:noAutofit/>
          </a:bodyPr>
          <a:lstStyle>
            <a:lvl1pPr>
              <a:lnSpc>
                <a:spcPct val="100000"/>
              </a:lnSpc>
              <a:buNone/>
              <a:defRPr b="0" lang="en-US" sz="1000" spc="-1" strike="noStrike" cap="all">
                <a:solidFill>
                  <a:srgbClr val="595959"/>
                </a:solidFill>
                <a:latin typeface="Avenir Next LT Pro Light"/>
              </a:defRPr>
            </a:lvl1pPr>
          </a:lstStyle>
          <a:p>
            <a:pPr>
              <a:lnSpc>
                <a:spcPct val="100000"/>
              </a:lnSpc>
              <a:buNone/>
            </a:pPr>
            <a:r>
              <a:rPr b="0" lang="en-US" sz="1000" spc="-1" strike="noStrike" cap="all">
                <a:solidFill>
                  <a:srgbClr val="595959"/>
                </a:solidFill>
                <a:latin typeface="Avenir Next LT Pro Light"/>
              </a:rPr>
              <a:t>&lt;date/time&gt;</a:t>
            </a:r>
            <a:endParaRPr b="0" lang="en-US" sz="1000" spc="-1" strike="noStrike">
              <a:latin typeface="Times New Roman"/>
            </a:endParaRPr>
          </a:p>
        </p:txBody>
      </p:sp>
      <p:sp>
        <p:nvSpPr>
          <p:cNvPr id="260" name="PlaceHolder 5"/>
          <p:cNvSpPr>
            <a:spLocks noGrp="1"/>
          </p:cNvSpPr>
          <p:nvPr>
            <p:ph type="ftr" idx="11"/>
          </p:nvPr>
        </p:nvSpPr>
        <p:spPr>
          <a:xfrm>
            <a:off x="4693320" y="6343920"/>
            <a:ext cx="2805120" cy="364680"/>
          </a:xfrm>
          <a:prstGeom prst="rect">
            <a:avLst/>
          </a:prstGeom>
          <a:noFill/>
          <a:ln w="0">
            <a:noFill/>
          </a:ln>
        </p:spPr>
        <p:txBody>
          <a:bodyPr anchor="ctr">
            <a:noAutofit/>
          </a:bodyPr>
          <a:lstStyle>
            <a:lvl1pPr algn="ctr">
              <a:lnSpc>
                <a:spcPct val="100000"/>
              </a:lnSpc>
              <a:buNone/>
              <a:defRPr b="0" lang="en-US" sz="1200" spc="299" strike="noStrike" cap="all">
                <a:solidFill>
                  <a:srgbClr val="595959"/>
                </a:solidFill>
                <a:latin typeface="Avenir Next LT Pro Light"/>
              </a:defRPr>
            </a:lvl1pPr>
          </a:lstStyle>
          <a:p>
            <a:pPr algn="ctr">
              <a:lnSpc>
                <a:spcPct val="100000"/>
              </a:lnSpc>
              <a:buNone/>
            </a:pPr>
            <a:r>
              <a:rPr b="0" lang="en-US" sz="1200" spc="299" strike="noStrike" cap="all">
                <a:solidFill>
                  <a:srgbClr val="595959"/>
                </a:solidFill>
                <a:latin typeface="Avenir Next LT Pro Light"/>
              </a:rPr>
              <a:t>&lt;footer&gt;</a:t>
            </a:r>
            <a:endParaRPr b="0" lang="en-US" sz="1200" spc="-1" strike="noStrike">
              <a:latin typeface="Times New Roman"/>
            </a:endParaRPr>
          </a:p>
        </p:txBody>
      </p:sp>
      <p:sp>
        <p:nvSpPr>
          <p:cNvPr id="261" name="PlaceHolder 6"/>
          <p:cNvSpPr>
            <a:spLocks noGrp="1"/>
          </p:cNvSpPr>
          <p:nvPr>
            <p:ph type="sldNum" idx="12"/>
          </p:nvPr>
        </p:nvSpPr>
        <p:spPr>
          <a:xfrm>
            <a:off x="11147040" y="6343920"/>
            <a:ext cx="428760" cy="364680"/>
          </a:xfrm>
          <a:prstGeom prst="rect">
            <a:avLst/>
          </a:prstGeom>
          <a:noFill/>
          <a:ln w="0">
            <a:noFill/>
          </a:ln>
        </p:spPr>
        <p:txBody>
          <a:bodyPr anchor="ctr">
            <a:noAutofit/>
          </a:bodyPr>
          <a:lstStyle>
            <a:lvl1pPr algn="r">
              <a:lnSpc>
                <a:spcPct val="100000"/>
              </a:lnSpc>
              <a:buNone/>
              <a:defRPr b="0" lang="en-US" sz="1000" spc="-1" strike="noStrike" cap="all">
                <a:solidFill>
                  <a:srgbClr val="595959"/>
                </a:solidFill>
                <a:latin typeface="Avenir Next LT Pro Light"/>
              </a:defRPr>
            </a:lvl1pPr>
          </a:lstStyle>
          <a:p>
            <a:pPr algn="r">
              <a:lnSpc>
                <a:spcPct val="100000"/>
              </a:lnSpc>
              <a:buNone/>
            </a:pPr>
            <a:fld id="{19F6E4C2-EB6F-4181-B871-A19D077AA4D0}" type="slidenum">
              <a:rPr b="0" lang="en-US" sz="1000" spc="-1" strike="noStrike" cap="all">
                <a:solidFill>
                  <a:srgbClr val="595959"/>
                </a:solidFill>
                <a:latin typeface="Avenir Next LT Pro Light"/>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ae3e3"/>
        </a:solidFill>
      </p:bgPr>
    </p:bg>
    <p:spTree>
      <p:nvGrpSpPr>
        <p:cNvPr id="1" name=""/>
        <p:cNvGrpSpPr/>
        <p:nvPr/>
      </p:nvGrpSpPr>
      <p:grpSpPr>
        <a:xfrm>
          <a:off x="0" y="0"/>
          <a:ext cx="0" cy="0"/>
          <a:chOff x="0" y="0"/>
          <a:chExt cx="0" cy="0"/>
        </a:xfrm>
      </p:grpSpPr>
      <p:sp>
        <p:nvSpPr>
          <p:cNvPr id="298" name="Straight Connector 1"/>
          <p:cNvSpPr/>
          <p:nvPr/>
        </p:nvSpPr>
        <p:spPr>
          <a:xfrm>
            <a:off x="4750200" y="685800"/>
            <a:ext cx="360" cy="5486400"/>
          </a:xfrm>
          <a:prstGeom prst="line">
            <a:avLst/>
          </a:prstGeom>
          <a:ln w="12700">
            <a:solidFill>
              <a:srgbClr val="ffffff"/>
            </a:solidFill>
          </a:ln>
        </p:spPr>
        <p:style>
          <a:lnRef idx="1">
            <a:schemeClr val="accent1"/>
          </a:lnRef>
          <a:fillRef idx="0">
            <a:schemeClr val="accent1"/>
          </a:fillRef>
          <a:effectRef idx="0">
            <a:schemeClr val="accent1"/>
          </a:effectRef>
          <a:fontRef idx="minor"/>
        </p:style>
      </p:sp>
      <p:sp>
        <p:nvSpPr>
          <p:cNvPr id="299" name="PlaceHolder 1"/>
          <p:cNvSpPr>
            <a:spLocks noGrp="1"/>
          </p:cNvSpPr>
          <p:nvPr>
            <p:ph type="title"/>
          </p:nvPr>
        </p:nvSpPr>
        <p:spPr>
          <a:xfrm>
            <a:off x="612720" y="1700640"/>
            <a:ext cx="3651120" cy="3456360"/>
          </a:xfrm>
          <a:prstGeom prst="rect">
            <a:avLst/>
          </a:prstGeom>
          <a:noFill/>
          <a:ln w="0">
            <a:noFill/>
          </a:ln>
        </p:spPr>
        <p:txBody>
          <a:bodyPr anchor="ctr">
            <a:noAutofit/>
          </a:bodyPr>
          <a:p>
            <a:pPr>
              <a:lnSpc>
                <a:spcPct val="80000"/>
              </a:lnSpc>
              <a:buNone/>
            </a:pPr>
            <a:r>
              <a:rPr b="0" lang="en-US" sz="3200" spc="-1" strike="noStrike" cap="all">
                <a:solidFill>
                  <a:srgbClr val="404040"/>
                </a:solidFill>
                <a:latin typeface="바탕"/>
                <a:ea typeface="바탕"/>
              </a:rPr>
              <a:t>Click to edit Master title style</a:t>
            </a:r>
            <a:endParaRPr b="0" lang="en-US" sz="3200" spc="-1" strike="noStrike">
              <a:solidFill>
                <a:srgbClr val="000000"/>
              </a:solidFill>
              <a:latin typeface="Avenir Next LT Pro Light"/>
            </a:endParaRPr>
          </a:p>
        </p:txBody>
      </p:sp>
      <p:sp>
        <p:nvSpPr>
          <p:cNvPr id="300" name="PlaceHolder 2"/>
          <p:cNvSpPr>
            <a:spLocks noGrp="1"/>
          </p:cNvSpPr>
          <p:nvPr>
            <p:ph type="body"/>
          </p:nvPr>
        </p:nvSpPr>
        <p:spPr>
          <a:xfrm>
            <a:off x="5184720" y="685800"/>
            <a:ext cx="6366960" cy="5486040"/>
          </a:xfrm>
          <a:prstGeom prst="rect">
            <a:avLst/>
          </a:prstGeom>
          <a:noFill/>
          <a:ln w="0">
            <a:noFill/>
          </a:ln>
        </p:spPr>
        <p:txBody>
          <a:bodyPr anchor="ctr">
            <a:noAutofit/>
          </a:bodyPr>
          <a:p>
            <a:pPr>
              <a:lnSpc>
                <a:spcPct val="120000"/>
              </a:lnSpc>
              <a:spcBef>
                <a:spcPts val="1001"/>
              </a:spcBef>
              <a:buNone/>
              <a:tabLst>
                <a:tab algn="l" pos="0"/>
              </a:tabLst>
            </a:pPr>
            <a:r>
              <a:rPr b="0" lang="en-US" sz="1400" spc="-1" strike="noStrike">
                <a:solidFill>
                  <a:srgbClr val="595959"/>
                </a:solidFill>
                <a:latin typeface="Avenir Next LT Pro Light"/>
              </a:rPr>
              <a:t>Click to edit Master text styles</a:t>
            </a:r>
            <a:endParaRPr b="0" lang="en-US" sz="1400" spc="-1" strike="noStrike">
              <a:solidFill>
                <a:srgbClr val="595959"/>
              </a:solidFill>
              <a:latin typeface="Avenir Next LT Pro Light"/>
            </a:endParaRPr>
          </a:p>
          <a:p>
            <a:pPr marL="228600">
              <a:lnSpc>
                <a:spcPct val="120000"/>
              </a:lnSpc>
              <a:spcBef>
                <a:spcPts val="499"/>
              </a:spcBef>
              <a:buNone/>
              <a:tabLst>
                <a:tab algn="l" pos="0"/>
              </a:tabLst>
            </a:pPr>
            <a:r>
              <a:rPr b="0" lang="en-US" sz="1400" spc="-1" strike="noStrike">
                <a:solidFill>
                  <a:srgbClr val="595959"/>
                </a:solidFill>
                <a:latin typeface="Avenir Next LT Pro Light"/>
              </a:rPr>
              <a:t>Second level</a:t>
            </a:r>
            <a:endParaRPr b="0" lang="en-US" sz="1400" spc="-1" strike="noStrike">
              <a:solidFill>
                <a:srgbClr val="595959"/>
              </a:solidFill>
              <a:latin typeface="Avenir Next LT Pro Light"/>
            </a:endParaRPr>
          </a:p>
          <a:p>
            <a:pPr marL="457200">
              <a:lnSpc>
                <a:spcPct val="120000"/>
              </a:lnSpc>
              <a:spcBef>
                <a:spcPts val="499"/>
              </a:spcBef>
              <a:buNone/>
              <a:tabLst>
                <a:tab algn="l" pos="0"/>
              </a:tabLst>
            </a:pPr>
            <a:r>
              <a:rPr b="0" lang="en-US" sz="1400" spc="-1" strike="noStrike">
                <a:solidFill>
                  <a:srgbClr val="595959"/>
                </a:solidFill>
                <a:latin typeface="Avenir Next LT Pro Light"/>
              </a:rPr>
              <a:t>Third level</a:t>
            </a:r>
            <a:endParaRPr b="0" lang="en-US" sz="1400" spc="-1" strike="noStrike">
              <a:solidFill>
                <a:srgbClr val="595959"/>
              </a:solidFill>
              <a:latin typeface="Avenir Next LT Pro Light"/>
            </a:endParaRPr>
          </a:p>
          <a:p>
            <a:pPr marL="685800">
              <a:lnSpc>
                <a:spcPct val="120000"/>
              </a:lnSpc>
              <a:spcBef>
                <a:spcPts val="499"/>
              </a:spcBef>
              <a:buNone/>
              <a:tabLst>
                <a:tab algn="l" pos="0"/>
              </a:tabLst>
            </a:pPr>
            <a:r>
              <a:rPr b="0" lang="en-US" sz="1400" spc="-1" strike="noStrike">
                <a:solidFill>
                  <a:srgbClr val="595959"/>
                </a:solidFill>
                <a:latin typeface="Avenir Next LT Pro Light"/>
              </a:rPr>
              <a:t>Fourth level</a:t>
            </a:r>
            <a:endParaRPr b="0" lang="en-US" sz="1400" spc="-1" strike="noStrike">
              <a:solidFill>
                <a:srgbClr val="595959"/>
              </a:solidFill>
              <a:latin typeface="Avenir Next LT Pro Light"/>
            </a:endParaRPr>
          </a:p>
          <a:p>
            <a:pPr marL="914400">
              <a:lnSpc>
                <a:spcPct val="120000"/>
              </a:lnSpc>
              <a:spcBef>
                <a:spcPts val="499"/>
              </a:spcBef>
              <a:buNone/>
              <a:tabLst>
                <a:tab algn="l" pos="0"/>
              </a:tabLst>
            </a:pPr>
            <a:r>
              <a:rPr b="0" lang="en-US" sz="1400" spc="-1" strike="noStrike">
                <a:solidFill>
                  <a:srgbClr val="595959"/>
                </a:solidFill>
                <a:latin typeface="Avenir Next LT Pro Light"/>
              </a:rPr>
              <a:t>Fifth level</a:t>
            </a:r>
            <a:endParaRPr b="0" lang="en-US" sz="1400" spc="-1" strike="noStrike">
              <a:solidFill>
                <a:srgbClr val="595959"/>
              </a:solidFill>
              <a:latin typeface="Avenir Next LT Pro Light"/>
            </a:endParaRPr>
          </a:p>
        </p:txBody>
      </p:sp>
      <p:sp>
        <p:nvSpPr>
          <p:cNvPr id="301" name="PlaceHolder 3"/>
          <p:cNvSpPr>
            <a:spLocks noGrp="1"/>
          </p:cNvSpPr>
          <p:nvPr>
            <p:ph type="dt" idx="13"/>
          </p:nvPr>
        </p:nvSpPr>
        <p:spPr>
          <a:xfrm>
            <a:off x="612720" y="6343920"/>
            <a:ext cx="2202120" cy="364680"/>
          </a:xfrm>
          <a:prstGeom prst="rect">
            <a:avLst/>
          </a:prstGeom>
          <a:noFill/>
          <a:ln w="0">
            <a:noFill/>
          </a:ln>
        </p:spPr>
        <p:txBody>
          <a:bodyPr anchor="ctr">
            <a:noAutofit/>
          </a:bodyPr>
          <a:lstStyle>
            <a:lvl1pPr>
              <a:lnSpc>
                <a:spcPct val="100000"/>
              </a:lnSpc>
              <a:buNone/>
              <a:defRPr b="0" lang="en-US" sz="1000" spc="-1" strike="noStrike" cap="all">
                <a:solidFill>
                  <a:srgbClr val="595959"/>
                </a:solidFill>
                <a:latin typeface="Avenir Next LT Pro Light"/>
              </a:defRPr>
            </a:lvl1pPr>
          </a:lstStyle>
          <a:p>
            <a:pPr>
              <a:lnSpc>
                <a:spcPct val="100000"/>
              </a:lnSpc>
              <a:buNone/>
            </a:pPr>
            <a:r>
              <a:rPr b="0" lang="en-US" sz="1000" spc="-1" strike="noStrike" cap="all">
                <a:solidFill>
                  <a:srgbClr val="595959"/>
                </a:solidFill>
                <a:latin typeface="Avenir Next LT Pro Light"/>
              </a:rPr>
              <a:t>&lt;date/time&gt;</a:t>
            </a:r>
            <a:endParaRPr b="0" lang="en-US" sz="1000" spc="-1" strike="noStrike">
              <a:latin typeface="Times New Roman"/>
            </a:endParaRPr>
          </a:p>
        </p:txBody>
      </p:sp>
      <p:sp>
        <p:nvSpPr>
          <p:cNvPr id="302" name="PlaceHolder 4"/>
          <p:cNvSpPr>
            <a:spLocks noGrp="1"/>
          </p:cNvSpPr>
          <p:nvPr>
            <p:ph type="ftr" idx="14"/>
          </p:nvPr>
        </p:nvSpPr>
        <p:spPr>
          <a:xfrm>
            <a:off x="4693320" y="6343920"/>
            <a:ext cx="2805120" cy="364680"/>
          </a:xfrm>
          <a:prstGeom prst="rect">
            <a:avLst/>
          </a:prstGeom>
          <a:noFill/>
          <a:ln w="0">
            <a:noFill/>
          </a:ln>
        </p:spPr>
        <p:txBody>
          <a:bodyPr anchor="ctr">
            <a:noAutofit/>
          </a:bodyPr>
          <a:lstStyle>
            <a:lvl1pPr algn="ctr">
              <a:lnSpc>
                <a:spcPct val="100000"/>
              </a:lnSpc>
              <a:buNone/>
              <a:defRPr b="0" lang="en-US" sz="1200" spc="299" strike="noStrike" cap="all">
                <a:solidFill>
                  <a:srgbClr val="595959"/>
                </a:solidFill>
                <a:latin typeface="Avenir Next LT Pro Light"/>
              </a:defRPr>
            </a:lvl1pPr>
          </a:lstStyle>
          <a:p>
            <a:pPr algn="ctr">
              <a:lnSpc>
                <a:spcPct val="100000"/>
              </a:lnSpc>
              <a:buNone/>
            </a:pPr>
            <a:r>
              <a:rPr b="0" lang="en-US" sz="1200" spc="299" strike="noStrike" cap="all">
                <a:solidFill>
                  <a:srgbClr val="595959"/>
                </a:solidFill>
                <a:latin typeface="Avenir Next LT Pro Light"/>
              </a:rPr>
              <a:t>&lt;footer&gt;</a:t>
            </a:r>
            <a:endParaRPr b="0" lang="en-US" sz="1200" spc="-1" strike="noStrike">
              <a:latin typeface="Times New Roman"/>
            </a:endParaRPr>
          </a:p>
        </p:txBody>
      </p:sp>
      <p:sp>
        <p:nvSpPr>
          <p:cNvPr id="303" name="PlaceHolder 5"/>
          <p:cNvSpPr>
            <a:spLocks noGrp="1"/>
          </p:cNvSpPr>
          <p:nvPr>
            <p:ph type="sldNum" idx="15"/>
          </p:nvPr>
        </p:nvSpPr>
        <p:spPr>
          <a:xfrm>
            <a:off x="11147040" y="6343920"/>
            <a:ext cx="428760" cy="364680"/>
          </a:xfrm>
          <a:prstGeom prst="rect">
            <a:avLst/>
          </a:prstGeom>
          <a:noFill/>
          <a:ln w="0">
            <a:noFill/>
          </a:ln>
        </p:spPr>
        <p:txBody>
          <a:bodyPr anchor="ctr">
            <a:noAutofit/>
          </a:bodyPr>
          <a:lstStyle>
            <a:lvl1pPr algn="r">
              <a:lnSpc>
                <a:spcPct val="100000"/>
              </a:lnSpc>
              <a:buNone/>
              <a:defRPr b="0" lang="en-US" sz="1000" spc="-1" strike="noStrike" cap="all">
                <a:solidFill>
                  <a:srgbClr val="595959"/>
                </a:solidFill>
                <a:latin typeface="Avenir Next LT Pro Light"/>
              </a:defRPr>
            </a:lvl1pPr>
          </a:lstStyle>
          <a:p>
            <a:pPr algn="r">
              <a:lnSpc>
                <a:spcPct val="100000"/>
              </a:lnSpc>
              <a:buNone/>
            </a:pPr>
            <a:fld id="{18E2EF83-D901-4097-8D7E-74E1AE38B52B}" type="slidenum">
              <a:rPr b="0" lang="en-US" sz="1000" spc="-1" strike="noStrike" cap="all">
                <a:solidFill>
                  <a:srgbClr val="595959"/>
                </a:solidFill>
                <a:latin typeface="Avenir Next LT Pro Light"/>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ae3e3"/>
        </a:solidFill>
      </p:bgPr>
    </p:bg>
    <p:spTree>
      <p:nvGrpSpPr>
        <p:cNvPr id="1" name=""/>
        <p:cNvGrpSpPr/>
        <p:nvPr/>
      </p:nvGrpSpPr>
      <p:grpSpPr>
        <a:xfrm>
          <a:off x="0" y="0"/>
          <a:ext cx="0" cy="0"/>
          <a:chOff x="0" y="0"/>
          <a:chExt cx="0" cy="0"/>
        </a:xfrm>
      </p:grpSpPr>
      <p:sp>
        <p:nvSpPr>
          <p:cNvPr id="340" name="Straight Connector 1"/>
          <p:cNvSpPr/>
          <p:nvPr/>
        </p:nvSpPr>
        <p:spPr>
          <a:xfrm>
            <a:off x="714240" y="1859760"/>
            <a:ext cx="548640" cy="360"/>
          </a:xfrm>
          <a:prstGeom prst="line">
            <a:avLst/>
          </a:prstGeom>
          <a:ln w="12700">
            <a:solidFill>
              <a:srgbClr val="ffffff"/>
            </a:solidFill>
          </a:ln>
        </p:spPr>
        <p:style>
          <a:lnRef idx="1">
            <a:schemeClr val="accent1"/>
          </a:lnRef>
          <a:fillRef idx="0">
            <a:schemeClr val="accent1"/>
          </a:fillRef>
          <a:effectRef idx="0">
            <a:schemeClr val="accent1"/>
          </a:effectRef>
          <a:fontRef idx="minor"/>
        </p:style>
      </p:sp>
      <p:sp>
        <p:nvSpPr>
          <p:cNvPr id="341" name="PlaceHolder 1"/>
          <p:cNvSpPr>
            <a:spLocks noGrp="1"/>
          </p:cNvSpPr>
          <p:nvPr>
            <p:ph type="title"/>
          </p:nvPr>
        </p:nvSpPr>
        <p:spPr>
          <a:xfrm>
            <a:off x="612720" y="709200"/>
            <a:ext cx="10963440" cy="890640"/>
          </a:xfrm>
          <a:prstGeom prst="rect">
            <a:avLst/>
          </a:prstGeom>
          <a:noFill/>
          <a:ln w="0">
            <a:noFill/>
          </a:ln>
        </p:spPr>
        <p:txBody>
          <a:bodyPr anchor="b">
            <a:noAutofit/>
          </a:bodyPr>
          <a:p>
            <a:pPr>
              <a:lnSpc>
                <a:spcPct val="80000"/>
              </a:lnSpc>
              <a:buNone/>
            </a:pPr>
            <a:r>
              <a:rPr b="0" lang="en-US" sz="3200" spc="-1" strike="noStrike" cap="all">
                <a:solidFill>
                  <a:srgbClr val="404040"/>
                </a:solidFill>
                <a:latin typeface="바탕"/>
                <a:ea typeface="바탕"/>
              </a:rPr>
              <a:t>Click to edit Master title style</a:t>
            </a:r>
            <a:endParaRPr b="0" lang="en-US" sz="3200" spc="-1" strike="noStrike">
              <a:solidFill>
                <a:srgbClr val="000000"/>
              </a:solidFill>
              <a:latin typeface="Avenir Next LT Pro Light"/>
            </a:endParaRPr>
          </a:p>
        </p:txBody>
      </p:sp>
      <p:sp>
        <p:nvSpPr>
          <p:cNvPr id="342" name="PlaceHolder 2"/>
          <p:cNvSpPr>
            <a:spLocks noGrp="1"/>
          </p:cNvSpPr>
          <p:nvPr>
            <p:ph type="body"/>
          </p:nvPr>
        </p:nvSpPr>
        <p:spPr>
          <a:xfrm>
            <a:off x="612720" y="2119680"/>
            <a:ext cx="10963440" cy="4056840"/>
          </a:xfrm>
          <a:prstGeom prst="rect">
            <a:avLst/>
          </a:prstGeom>
          <a:noFill/>
          <a:ln w="0">
            <a:noFill/>
          </a:ln>
        </p:spPr>
        <p:txBody>
          <a:bodyPr anchor="t">
            <a:noAutofit/>
          </a:bodyPr>
          <a:p>
            <a:pPr>
              <a:lnSpc>
                <a:spcPct val="120000"/>
              </a:lnSpc>
              <a:spcBef>
                <a:spcPts val="1001"/>
              </a:spcBef>
              <a:buNone/>
              <a:tabLst>
                <a:tab algn="l" pos="0"/>
              </a:tabLst>
            </a:pPr>
            <a:r>
              <a:rPr b="0" lang="en-US" sz="1400" spc="-1" strike="noStrike">
                <a:solidFill>
                  <a:srgbClr val="595959"/>
                </a:solidFill>
                <a:latin typeface="Avenir Next LT Pro Light"/>
              </a:rPr>
              <a:t>Click to edit Master text styles</a:t>
            </a:r>
            <a:endParaRPr b="0" lang="en-US" sz="1400" spc="-1" strike="noStrike">
              <a:solidFill>
                <a:srgbClr val="595959"/>
              </a:solidFill>
              <a:latin typeface="Avenir Next LT Pro Light"/>
            </a:endParaRPr>
          </a:p>
          <a:p>
            <a:pPr marL="228600">
              <a:lnSpc>
                <a:spcPct val="120000"/>
              </a:lnSpc>
              <a:spcBef>
                <a:spcPts val="499"/>
              </a:spcBef>
              <a:buNone/>
              <a:tabLst>
                <a:tab algn="l" pos="0"/>
              </a:tabLst>
            </a:pPr>
            <a:r>
              <a:rPr b="0" lang="en-US" sz="1400" spc="-1" strike="noStrike">
                <a:solidFill>
                  <a:srgbClr val="595959"/>
                </a:solidFill>
                <a:latin typeface="Avenir Next LT Pro Light"/>
              </a:rPr>
              <a:t>Second level</a:t>
            </a:r>
            <a:endParaRPr b="0" lang="en-US" sz="1400" spc="-1" strike="noStrike">
              <a:solidFill>
                <a:srgbClr val="595959"/>
              </a:solidFill>
              <a:latin typeface="Avenir Next LT Pro Light"/>
            </a:endParaRPr>
          </a:p>
          <a:p>
            <a:pPr marL="457200">
              <a:lnSpc>
                <a:spcPct val="120000"/>
              </a:lnSpc>
              <a:spcBef>
                <a:spcPts val="499"/>
              </a:spcBef>
              <a:buNone/>
              <a:tabLst>
                <a:tab algn="l" pos="0"/>
              </a:tabLst>
            </a:pPr>
            <a:r>
              <a:rPr b="0" lang="en-US" sz="1400" spc="-1" strike="noStrike">
                <a:solidFill>
                  <a:srgbClr val="595959"/>
                </a:solidFill>
                <a:latin typeface="Avenir Next LT Pro Light"/>
              </a:rPr>
              <a:t>Third level</a:t>
            </a:r>
            <a:endParaRPr b="0" lang="en-US" sz="1400" spc="-1" strike="noStrike">
              <a:solidFill>
                <a:srgbClr val="595959"/>
              </a:solidFill>
              <a:latin typeface="Avenir Next LT Pro Light"/>
            </a:endParaRPr>
          </a:p>
          <a:p>
            <a:pPr marL="685800">
              <a:lnSpc>
                <a:spcPct val="120000"/>
              </a:lnSpc>
              <a:spcBef>
                <a:spcPts val="499"/>
              </a:spcBef>
              <a:buNone/>
              <a:tabLst>
                <a:tab algn="l" pos="0"/>
              </a:tabLst>
            </a:pPr>
            <a:r>
              <a:rPr b="0" lang="en-US" sz="1400" spc="-1" strike="noStrike">
                <a:solidFill>
                  <a:srgbClr val="595959"/>
                </a:solidFill>
                <a:latin typeface="Avenir Next LT Pro Light"/>
              </a:rPr>
              <a:t>Fourth level</a:t>
            </a:r>
            <a:endParaRPr b="0" lang="en-US" sz="1400" spc="-1" strike="noStrike">
              <a:solidFill>
                <a:srgbClr val="595959"/>
              </a:solidFill>
              <a:latin typeface="Avenir Next LT Pro Light"/>
            </a:endParaRPr>
          </a:p>
          <a:p>
            <a:pPr marL="914400">
              <a:lnSpc>
                <a:spcPct val="120000"/>
              </a:lnSpc>
              <a:spcBef>
                <a:spcPts val="499"/>
              </a:spcBef>
              <a:buNone/>
              <a:tabLst>
                <a:tab algn="l" pos="0"/>
              </a:tabLst>
            </a:pPr>
            <a:r>
              <a:rPr b="0" lang="en-US" sz="1400" spc="-1" strike="noStrike">
                <a:solidFill>
                  <a:srgbClr val="595959"/>
                </a:solidFill>
                <a:latin typeface="Avenir Next LT Pro Light"/>
              </a:rPr>
              <a:t>Fifth level</a:t>
            </a:r>
            <a:endParaRPr b="0" lang="en-US" sz="1400" spc="-1" strike="noStrike">
              <a:solidFill>
                <a:srgbClr val="595959"/>
              </a:solidFill>
              <a:latin typeface="Avenir Next LT Pro Light"/>
            </a:endParaRPr>
          </a:p>
        </p:txBody>
      </p:sp>
      <p:sp>
        <p:nvSpPr>
          <p:cNvPr id="343" name="PlaceHolder 3"/>
          <p:cNvSpPr>
            <a:spLocks noGrp="1"/>
          </p:cNvSpPr>
          <p:nvPr>
            <p:ph type="dt" idx="16"/>
          </p:nvPr>
        </p:nvSpPr>
        <p:spPr>
          <a:xfrm>
            <a:off x="612720" y="6343920"/>
            <a:ext cx="2202120" cy="364680"/>
          </a:xfrm>
          <a:prstGeom prst="rect">
            <a:avLst/>
          </a:prstGeom>
          <a:noFill/>
          <a:ln w="0">
            <a:noFill/>
          </a:ln>
        </p:spPr>
        <p:txBody>
          <a:bodyPr anchor="ctr">
            <a:noAutofit/>
          </a:bodyPr>
          <a:lstStyle>
            <a:lvl1pPr>
              <a:lnSpc>
                <a:spcPct val="100000"/>
              </a:lnSpc>
              <a:buNone/>
              <a:defRPr b="0" lang="en-US" sz="1000" spc="-1" strike="noStrike" cap="all">
                <a:solidFill>
                  <a:srgbClr val="595959"/>
                </a:solidFill>
                <a:latin typeface="Avenir Next LT Pro Light"/>
              </a:defRPr>
            </a:lvl1pPr>
          </a:lstStyle>
          <a:p>
            <a:pPr>
              <a:lnSpc>
                <a:spcPct val="100000"/>
              </a:lnSpc>
              <a:buNone/>
            </a:pPr>
            <a:r>
              <a:rPr b="0" lang="en-US" sz="1000" spc="-1" strike="noStrike" cap="all">
                <a:solidFill>
                  <a:srgbClr val="595959"/>
                </a:solidFill>
                <a:latin typeface="Avenir Next LT Pro Light"/>
              </a:rPr>
              <a:t>&lt;date/time&gt;</a:t>
            </a:r>
            <a:endParaRPr b="0" lang="en-US" sz="1000" spc="-1" strike="noStrike">
              <a:latin typeface="Times New Roman"/>
            </a:endParaRPr>
          </a:p>
        </p:txBody>
      </p:sp>
      <p:sp>
        <p:nvSpPr>
          <p:cNvPr id="344" name="PlaceHolder 4"/>
          <p:cNvSpPr>
            <a:spLocks noGrp="1"/>
          </p:cNvSpPr>
          <p:nvPr>
            <p:ph type="ftr" idx="17"/>
          </p:nvPr>
        </p:nvSpPr>
        <p:spPr>
          <a:xfrm>
            <a:off x="4693320" y="6343920"/>
            <a:ext cx="2805120" cy="364680"/>
          </a:xfrm>
          <a:prstGeom prst="rect">
            <a:avLst/>
          </a:prstGeom>
          <a:noFill/>
          <a:ln w="0">
            <a:noFill/>
          </a:ln>
        </p:spPr>
        <p:txBody>
          <a:bodyPr anchor="ctr">
            <a:noAutofit/>
          </a:bodyPr>
          <a:lstStyle>
            <a:lvl1pPr algn="ctr">
              <a:lnSpc>
                <a:spcPct val="100000"/>
              </a:lnSpc>
              <a:buNone/>
              <a:defRPr b="0" lang="en-US" sz="1200" spc="299" strike="noStrike" cap="all">
                <a:solidFill>
                  <a:srgbClr val="595959"/>
                </a:solidFill>
                <a:latin typeface="Avenir Next LT Pro Light"/>
              </a:defRPr>
            </a:lvl1pPr>
          </a:lstStyle>
          <a:p>
            <a:pPr algn="ctr">
              <a:lnSpc>
                <a:spcPct val="100000"/>
              </a:lnSpc>
              <a:buNone/>
            </a:pPr>
            <a:r>
              <a:rPr b="0" lang="en-US" sz="1200" spc="299" strike="noStrike" cap="all">
                <a:solidFill>
                  <a:srgbClr val="595959"/>
                </a:solidFill>
                <a:latin typeface="Avenir Next LT Pro Light"/>
              </a:rPr>
              <a:t>&lt;footer&gt;</a:t>
            </a:r>
            <a:endParaRPr b="0" lang="en-US" sz="1200" spc="-1" strike="noStrike">
              <a:latin typeface="Times New Roman"/>
            </a:endParaRPr>
          </a:p>
        </p:txBody>
      </p:sp>
      <p:sp>
        <p:nvSpPr>
          <p:cNvPr id="345" name="PlaceHolder 5"/>
          <p:cNvSpPr>
            <a:spLocks noGrp="1"/>
          </p:cNvSpPr>
          <p:nvPr>
            <p:ph type="sldNum" idx="18"/>
          </p:nvPr>
        </p:nvSpPr>
        <p:spPr>
          <a:xfrm>
            <a:off x="11147040" y="6343920"/>
            <a:ext cx="428760" cy="364680"/>
          </a:xfrm>
          <a:prstGeom prst="rect">
            <a:avLst/>
          </a:prstGeom>
          <a:noFill/>
          <a:ln w="0">
            <a:noFill/>
          </a:ln>
        </p:spPr>
        <p:txBody>
          <a:bodyPr anchor="ctr">
            <a:noAutofit/>
          </a:bodyPr>
          <a:lstStyle>
            <a:lvl1pPr algn="r">
              <a:lnSpc>
                <a:spcPct val="100000"/>
              </a:lnSpc>
              <a:buNone/>
              <a:defRPr b="0" lang="en-US" sz="1000" spc="-1" strike="noStrike" cap="all">
                <a:solidFill>
                  <a:srgbClr val="595959"/>
                </a:solidFill>
                <a:latin typeface="Avenir Next LT Pro Light"/>
              </a:defRPr>
            </a:lvl1pPr>
          </a:lstStyle>
          <a:p>
            <a:pPr algn="r">
              <a:lnSpc>
                <a:spcPct val="100000"/>
              </a:lnSpc>
              <a:buNone/>
            </a:pPr>
            <a:fld id="{6E913937-75A6-4140-8A79-A29FF7E64715}" type="slidenum">
              <a:rPr b="0" lang="en-US" sz="1000" spc="-1" strike="noStrike" cap="all">
                <a:solidFill>
                  <a:srgbClr val="595959"/>
                </a:solidFill>
                <a:latin typeface="Avenir Next LT Pro Light"/>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61.xml"/><Relationship Id="rId7"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612720" y="697320"/>
            <a:ext cx="5851800" cy="2925000"/>
          </a:xfrm>
          <a:prstGeom prst="rect">
            <a:avLst/>
          </a:prstGeom>
          <a:noFill/>
          <a:ln w="0">
            <a:noFill/>
          </a:ln>
        </p:spPr>
        <p:txBody>
          <a:bodyPr anchor="b">
            <a:normAutofit/>
          </a:bodyPr>
          <a:p>
            <a:pPr algn="ctr">
              <a:lnSpc>
                <a:spcPct val="80000"/>
              </a:lnSpc>
              <a:buNone/>
            </a:pPr>
            <a:r>
              <a:rPr b="0" lang="en-US" sz="4000" spc="-1" strike="noStrike" cap="all">
                <a:solidFill>
                  <a:srgbClr val="404040"/>
                </a:solidFill>
                <a:latin typeface="바탕"/>
                <a:ea typeface="바탕"/>
              </a:rPr>
              <a:t>Usaco Bronze Training</a:t>
            </a:r>
            <a:endParaRPr b="0" lang="en-US" sz="4000" spc="-1" strike="noStrike">
              <a:solidFill>
                <a:srgbClr val="000000"/>
              </a:solidFill>
              <a:latin typeface="Avenir Next LT Pro Light"/>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withEffect" fill="hold" presetClass="entr" presetID="10">
                                  <p:stCondLst>
                                    <p:cond delay="500"/>
                                  </p:stCondLst>
                                  <p:iterate type="lt">
                                    <p:tmAbs val="100"/>
                                  </p:iterate>
                                  <p:childTnLst>
                                    <p:set>
                                      <p:cBhvr>
                                        <p:cTn id="6" dur="1" fill="hold">
                                          <p:stCondLst>
                                            <p:cond delay="0"/>
                                          </p:stCondLst>
                                        </p:cTn>
                                        <p:tgtEl>
                                          <p:spTgt spid="388"/>
                                        </p:tgtEl>
                                        <p:attrNameLst>
                                          <p:attrName>style.visibility</p:attrName>
                                        </p:attrNameLst>
                                      </p:cBhvr>
                                      <p:to>
                                        <p:strVal val="visible"/>
                                      </p:to>
                                    </p:set>
                                    <p:animEffect filter="fade" transition="in">
                                      <p:cBhvr additive="repl">
                                        <p:cTn id="7" dur="4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612720" y="1417680"/>
            <a:ext cx="7909200" cy="4754160"/>
          </a:xfrm>
          <a:prstGeom prst="rect">
            <a:avLst/>
          </a:prstGeom>
          <a:noFill/>
          <a:ln w="0">
            <a:noFill/>
          </a:ln>
        </p:spPr>
        <p:txBody>
          <a:bodyPr anchor="b">
            <a:normAutofit/>
          </a:bodyPr>
          <a:p>
            <a:pPr>
              <a:lnSpc>
                <a:spcPct val="80000"/>
              </a:lnSpc>
              <a:buNone/>
            </a:pPr>
            <a:r>
              <a:rPr b="0" lang="en-US" sz="7000" spc="-1" strike="noStrike" cap="all">
                <a:solidFill>
                  <a:srgbClr val="404040"/>
                </a:solidFill>
                <a:latin typeface="바탕"/>
                <a:ea typeface="바탕"/>
              </a:rPr>
              <a:t>Problem 1: Chain Rounding</a:t>
            </a:r>
            <a:endParaRPr b="0" lang="en-US" sz="7000" spc="-1" strike="noStrike">
              <a:solidFill>
                <a:srgbClr val="ffffff"/>
              </a:solidFill>
              <a:latin typeface="Avenir Next LT Pro Light"/>
            </a:endParaRPr>
          </a:p>
        </p:txBody>
      </p:sp>
    </p:spTree>
  </p:cSld>
  <p:transition>
    <p:fade/>
  </p:transition>
  <p:timing>
    <p:tnLst>
      <p:par>
        <p:cTn id="8" dur="indefinite" restart="never" nodeType="tmRoot">
          <p:childTnLst>
            <p:seq>
              <p:cTn id="9" dur="indefinite" nodeType="mainSeq">
                <p:childTnLst>
                  <p:par>
                    <p:cTn id="10" fill="hold">
                      <p:stCondLst>
                        <p:cond delay="0"/>
                      </p:stCondLst>
                      <p:childTnLst>
                        <p:par>
                          <p:cTn id="11" fill="hold">
                            <p:stCondLst>
                              <p:cond delay="0"/>
                            </p:stCondLst>
                            <p:childTnLst>
                              <p:par>
                                <p:cTn id="12" nodeType="withEffect" fill="hold" presetClass="entr" presetID="10">
                                  <p:stCondLst>
                                    <p:cond delay="500"/>
                                  </p:stCondLst>
                                  <p:iterate type="el">
                                    <p:tmAbs val="100"/>
                                  </p:iterate>
                                  <p:childTnLst>
                                    <p:set>
                                      <p:cBhvr>
                                        <p:cTn id="13" dur="1" fill="hold">
                                          <p:stCondLst>
                                            <p:cond delay="0"/>
                                          </p:stCondLst>
                                        </p:cTn>
                                        <p:tgtEl>
                                          <p:spTgt spid="389"/>
                                        </p:tgtEl>
                                        <p:attrNameLst>
                                          <p:attrName>style.visibility</p:attrName>
                                        </p:attrNameLst>
                                      </p:cBhvr>
                                      <p:to>
                                        <p:strVal val="visible"/>
                                      </p:to>
                                    </p:set>
                                    <p:animEffect filter="fade" transition="in">
                                      <p:cBhvr additive="repl">
                                        <p:cTn id="14" dur="7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Problem Statement</a:t>
            </a:r>
            <a:endParaRPr b="0" lang="en-US" sz="3200" spc="-1" strike="noStrike">
              <a:solidFill>
                <a:srgbClr val="000000"/>
              </a:solidFill>
              <a:latin typeface="Avenir Next LT Pro Light"/>
            </a:endParaRPr>
          </a:p>
        </p:txBody>
      </p:sp>
      <p:sp>
        <p:nvSpPr>
          <p:cNvPr id="391"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Standard Rounding Method</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Round number by checking b-th digit from right, add 10^b if digit ≥ 5, then zero out lower digits.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Chain Rounding Variation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Round number sequentially from 10^1 up to 10^b, applying rounding at each power of ten step.</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Counting Different Results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Count integers between 2 and N that round differently using standard versus chain rounding methods.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Input and Output Constraints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Input includes T test cases with values up to 10^9; output is count of differing rounding integers.</a:t>
            </a:r>
            <a:endParaRPr b="0" lang="en-US" sz="1400" spc="-1" strike="noStrike">
              <a:solidFill>
                <a:srgbClr val="595959"/>
              </a:solidFill>
              <a:latin typeface="Avenir Next LT Pro Light"/>
            </a:endParaRPr>
          </a:p>
        </p:txBody>
      </p:sp>
    </p:spTree>
  </p:cSld>
  <p:transition>
    <p:fade/>
  </p:transition>
  <p:timing>
    <p:tnLst>
      <p:par>
        <p:cTn id="15" dur="indefinite" restart="never" nodeType="tmRoot">
          <p:childTnLst>
            <p:seq>
              <p:cTn id="16" dur="indefinite" nodeType="mainSeq">
                <p:childTnLst>
                  <p:par>
                    <p:cTn id="17" fill="hold">
                      <p:stCondLst>
                        <p:cond delay="0"/>
                      </p:stCondLst>
                      <p:childTnLst>
                        <p:par>
                          <p:cTn id="18" fill="hold">
                            <p:stCondLst>
                              <p:cond delay="0"/>
                            </p:stCondLst>
                            <p:childTnLst>
                              <p:par>
                                <p:cTn id="19" nodeType="withEffect" fill="hold" presetClass="entr" presetID="10">
                                  <p:stCondLst>
                                    <p:cond delay="250"/>
                                  </p:stCondLst>
                                  <p:iterate type="el">
                                    <p:tmAbs val="100"/>
                                  </p:iterate>
                                  <p:childTnLst>
                                    <p:set>
                                      <p:cBhvr>
                                        <p:cTn id="20" dur="1" fill="hold">
                                          <p:stCondLst>
                                            <p:cond delay="0"/>
                                          </p:stCondLst>
                                        </p:cTn>
                                        <p:tgtEl>
                                          <p:spTgt spid="391"/>
                                        </p:tgtEl>
                                        <p:attrNameLst>
                                          <p:attrName>style.visibility</p:attrName>
                                        </p:attrNameLst>
                                      </p:cBhvr>
                                      <p:to>
                                        <p:strVal val="visible"/>
                                      </p:to>
                                    </p:set>
                                    <p:animEffect filter="fade" transition="in">
                                      <p:cBhvr additive="repl">
                                        <p:cTn id="21" dur="5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Key Insights</a:t>
            </a:r>
            <a:endParaRPr b="0" lang="en-US" sz="3200" spc="-1" strike="noStrike">
              <a:solidFill>
                <a:srgbClr val="000000"/>
              </a:solidFill>
              <a:latin typeface="Avenir Next LT Pro Light"/>
            </a:endParaRPr>
          </a:p>
        </p:txBody>
      </p:sp>
      <p:sp>
        <p:nvSpPr>
          <p:cNvPr id="393"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Chain Rounding Difference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Chain rounding varies from normal rounding for numbers starting with multiple 4s followed by digits 5 to 9.</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Brute-force Limitations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Brute-force checking is feasible for small N but impractical for very large values like 10^9.</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Pattern-based Identification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Identifying valid numbers by length and leading digits avoids checking each number individually.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Efficiency and Scalability</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Pattern-based approach reduces computational complexity, enabling efficient processing of large datasets.</a:t>
            </a:r>
            <a:endParaRPr b="0" lang="en-US" sz="1400" spc="-1" strike="noStrike">
              <a:solidFill>
                <a:srgbClr val="595959"/>
              </a:solidFill>
              <a:latin typeface="Avenir Next LT Pro Light"/>
            </a:endParaRPr>
          </a:p>
        </p:txBody>
      </p:sp>
    </p:spTree>
  </p:cSld>
  <p:transition>
    <p:fade/>
  </p:transition>
  <p:timing>
    <p:tnLst>
      <p:par>
        <p:cTn id="22" dur="indefinite" restart="never" nodeType="tmRoot">
          <p:childTnLst>
            <p:seq>
              <p:cTn id="23" dur="indefinite" nodeType="mainSeq">
                <p:childTnLst>
                  <p:par>
                    <p:cTn id="24" fill="hold">
                      <p:stCondLst>
                        <p:cond delay="0"/>
                      </p:stCondLst>
                      <p:childTnLst>
                        <p:par>
                          <p:cTn id="25" fill="hold">
                            <p:stCondLst>
                              <p:cond delay="0"/>
                            </p:stCondLst>
                            <p:childTnLst>
                              <p:par>
                                <p:cTn id="26" nodeType="withEffect" fill="hold" presetClass="entr" presetID="10">
                                  <p:stCondLst>
                                    <p:cond delay="250"/>
                                  </p:stCondLst>
                                  <p:iterate type="el">
                                    <p:tmAbs val="100"/>
                                  </p:iterate>
                                  <p:childTnLst>
                                    <p:set>
                                      <p:cBhvr>
                                        <p:cTn id="27" dur="1" fill="hold">
                                          <p:stCondLst>
                                            <p:cond delay="0"/>
                                          </p:stCondLst>
                                        </p:cTn>
                                        <p:tgtEl>
                                          <p:spTgt spid="393"/>
                                        </p:tgtEl>
                                        <p:attrNameLst>
                                          <p:attrName>style.visibility</p:attrName>
                                        </p:attrNameLst>
                                      </p:cBhvr>
                                      <p:to>
                                        <p:strVal val="visible"/>
                                      </p:to>
                                    </p:set>
                                    <p:animEffect filter="fade" transition="in">
                                      <p:cBhvr additive="repl">
                                        <p:cTn id="28" dur="5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1148760" y="2786400"/>
            <a:ext cx="3956040" cy="890640"/>
          </a:xfrm>
          <a:prstGeom prst="rect">
            <a:avLst/>
          </a:prstGeom>
          <a:noFill/>
          <a:ln w="0">
            <a:noFill/>
          </a:ln>
        </p:spPr>
        <p:txBody>
          <a:bodyPr anchor="b">
            <a:normAutofit/>
          </a:bodyPr>
          <a:p>
            <a:pPr>
              <a:lnSpc>
                <a:spcPct val="80000"/>
              </a:lnSpc>
              <a:buNone/>
            </a:pPr>
            <a:r>
              <a:rPr b="0" lang="en-US" sz="2700" spc="-1" strike="noStrike" cap="all">
                <a:solidFill>
                  <a:srgbClr val="404040"/>
                </a:solidFill>
                <a:latin typeface="바탕"/>
                <a:ea typeface="바탕"/>
              </a:rPr>
              <a:t>Approach / Thought Process</a:t>
            </a:r>
            <a:endParaRPr b="0" lang="en-US" sz="2700" spc="-1" strike="noStrike">
              <a:solidFill>
                <a:srgbClr val="000000"/>
              </a:solidFill>
              <a:latin typeface="Avenir Next LT Pro Light"/>
            </a:endParaRPr>
          </a:p>
        </p:txBody>
      </p:sp>
      <p:sp>
        <p:nvSpPr>
          <p:cNvPr id="395" name="TextBox 2"/>
          <p:cNvSpPr/>
          <p:nvPr/>
        </p:nvSpPr>
        <p:spPr>
          <a:xfrm>
            <a:off x="6088680" y="5419440"/>
            <a:ext cx="6095520" cy="914040"/>
          </a:xfrm>
          <a:prstGeom prst="rect">
            <a:avLst/>
          </a:prstGeom>
          <a:noFill/>
          <a:ln w="0">
            <a:noFill/>
          </a:ln>
        </p:spPr>
        <p:style>
          <a:lnRef idx="0"/>
          <a:fillRef idx="0"/>
          <a:effectRef idx="0"/>
          <a:fontRef idx="minor"/>
        </p:style>
        <p:txBody>
          <a:bodyPr numCol="1" spcCol="0" horzOverflow="overflow" vertOverflow="overflow" anchor="t">
            <a:spAutoFit/>
          </a:bodyPr>
          <a:p>
            <a:pPr>
              <a:lnSpc>
                <a:spcPct val="100000"/>
              </a:lnSpc>
              <a:buNone/>
            </a:pPr>
            <a:r>
              <a:rPr b="0" lang="en-US" sz="1800" spc="-1" strike="noStrike">
                <a:solidFill>
                  <a:srgbClr val="000000"/>
                </a:solidFill>
                <a:latin typeface="Avenir Next LT Pro Light"/>
              </a:rPr>
              <a:t>Make sure to look for these ideas in the fully coded solution we will show you!</a:t>
            </a:r>
            <a:endParaRPr b="0" lang="en-US" sz="1800" spc="-1" strike="noStrike">
              <a:latin typeface="Arial"/>
            </a:endParaRPr>
          </a:p>
          <a:p>
            <a:pPr algn="ctr">
              <a:lnSpc>
                <a:spcPct val="100000"/>
              </a:lnSpc>
              <a:buNone/>
            </a:pPr>
            <a:endParaRPr b="0" lang="en-US" sz="1800" spc="-1" strike="noStrike">
              <a:latin typeface="Arial"/>
            </a:endParaRPr>
          </a:p>
        </p:txBody>
      </p:sp>
      <p:sp>
        <p:nvSpPr>
          <p:cNvPr id="396" name="Content Placeholder 3"/>
          <p:cNvSpPr/>
          <p:nvPr/>
        </p:nvSpPr>
        <p:spPr>
          <a:xfrm>
            <a:off x="6091920" y="322560"/>
            <a:ext cx="5939640" cy="4940280"/>
          </a:xfrm>
          <a:prstGeom prst="rect">
            <a:avLst/>
          </a:prstGeom>
          <a:noFill/>
          <a:ln w="0">
            <a:noFill/>
          </a:ln>
        </p:spPr>
        <p:style>
          <a:lnRef idx="0"/>
          <a:fillRef idx="0"/>
          <a:effectRef idx="0"/>
          <a:fontRef idx="minor"/>
        </p:style>
        <p:txBody>
          <a:bodyPr anchor="t">
            <a:normAutofit/>
          </a:bodyPr>
          <a:p>
            <a:pPr>
              <a:lnSpc>
                <a:spcPct val="120000"/>
              </a:lnSpc>
              <a:spcBef>
                <a:spcPts val="2500"/>
              </a:spcBef>
              <a:buNone/>
              <a:tabLst>
                <a:tab algn="l" pos="0"/>
              </a:tabLst>
            </a:pPr>
            <a:r>
              <a:rPr b="1" lang="en-US" sz="1400" spc="-1" strike="noStrike">
                <a:solidFill>
                  <a:srgbClr val="595959"/>
                </a:solidFill>
                <a:latin typeface="Avenir Next LT Pro Light"/>
              </a:rPr>
              <a:t>Digit Length Analysis</a:t>
            </a:r>
            <a:endParaRPr b="0" lang="en-US" sz="1400" spc="-1" strike="noStrike">
              <a:latin typeface="Arial"/>
            </a:endParaRPr>
          </a:p>
          <a:p>
            <a:pPr marL="228600">
              <a:lnSpc>
                <a:spcPct val="120000"/>
              </a:lnSpc>
              <a:spcBef>
                <a:spcPts val="499"/>
              </a:spcBef>
              <a:buNone/>
              <a:tabLst>
                <a:tab algn="l" pos="0"/>
              </a:tabLst>
            </a:pPr>
            <a:r>
              <a:rPr b="0" lang="en-US" sz="1400" spc="-1" strike="noStrike">
                <a:solidFill>
                  <a:srgbClr val="595959"/>
                </a:solidFill>
                <a:latin typeface="Avenir Next LT Pro Light"/>
              </a:rPr>
              <a:t>Analyze numbers based on their digit length to define counting ranges.</a:t>
            </a:r>
            <a:endParaRPr b="0" lang="en-US" sz="1400" spc="-1" strike="noStrike">
              <a:latin typeface="Arial"/>
            </a:endParaRPr>
          </a:p>
          <a:p>
            <a:pPr>
              <a:lnSpc>
                <a:spcPct val="120000"/>
              </a:lnSpc>
              <a:spcBef>
                <a:spcPts val="2500"/>
              </a:spcBef>
              <a:buNone/>
              <a:tabLst>
                <a:tab algn="l" pos="0"/>
              </a:tabLst>
            </a:pPr>
            <a:r>
              <a:rPr b="1" lang="en-US" sz="1400" spc="-1" strike="noStrike">
                <a:solidFill>
                  <a:srgbClr val="595959"/>
                </a:solidFill>
                <a:latin typeface="Avenir Next LT Pro Light"/>
              </a:rPr>
              <a:t>Defining Bounds</a:t>
            </a:r>
            <a:endParaRPr b="0" lang="en-US" sz="1400" spc="-1" strike="noStrike">
              <a:latin typeface="Arial"/>
            </a:endParaRPr>
          </a:p>
          <a:p>
            <a:pPr marL="228600">
              <a:lnSpc>
                <a:spcPct val="120000"/>
              </a:lnSpc>
              <a:spcBef>
                <a:spcPts val="499"/>
              </a:spcBef>
              <a:buNone/>
              <a:tabLst>
                <a:tab algn="l" pos="0"/>
              </a:tabLst>
            </a:pPr>
            <a:r>
              <a:rPr b="0" lang="en-US" sz="1400" spc="-1" strike="noStrike">
                <a:solidFill>
                  <a:srgbClr val="595959"/>
                </a:solidFill>
                <a:latin typeface="Avenir Next LT Pro Light"/>
              </a:rPr>
              <a:t>Set lower bound as repeated fours and upper bound starting with four followed by nines.</a:t>
            </a:r>
            <a:endParaRPr b="0" lang="en-US" sz="1400" spc="-1" strike="noStrike">
              <a:latin typeface="Arial"/>
            </a:endParaRPr>
          </a:p>
          <a:p>
            <a:pPr>
              <a:lnSpc>
                <a:spcPct val="120000"/>
              </a:lnSpc>
              <a:spcBef>
                <a:spcPts val="2500"/>
              </a:spcBef>
              <a:buNone/>
              <a:tabLst>
                <a:tab algn="l" pos="0"/>
              </a:tabLst>
            </a:pPr>
            <a:r>
              <a:rPr b="1" lang="en-US" sz="1400" spc="-1" strike="noStrike">
                <a:solidFill>
                  <a:srgbClr val="595959"/>
                </a:solidFill>
                <a:latin typeface="Avenir Next LT Pro Light"/>
              </a:rPr>
              <a:t>Counting Valid Numbers</a:t>
            </a:r>
            <a:endParaRPr b="0" lang="en-US" sz="1400" spc="-1" strike="noStrike">
              <a:latin typeface="Arial"/>
            </a:endParaRPr>
          </a:p>
          <a:p>
            <a:pPr marL="228600">
              <a:lnSpc>
                <a:spcPct val="120000"/>
              </a:lnSpc>
              <a:spcBef>
                <a:spcPts val="499"/>
              </a:spcBef>
              <a:buNone/>
              <a:tabLst>
                <a:tab algn="l" pos="0"/>
              </a:tabLst>
            </a:pPr>
            <a:r>
              <a:rPr b="0" lang="en-US" sz="1400" spc="-1" strike="noStrike">
                <a:solidFill>
                  <a:srgbClr val="595959"/>
                </a:solidFill>
                <a:latin typeface="Avenir Next LT Pro Light"/>
              </a:rPr>
              <a:t>Count numbers within each bound range less than or equal to N for all digit lengths.</a:t>
            </a:r>
            <a:endParaRPr b="0" lang="en-US" sz="1400" spc="-1" strike="noStrike">
              <a:latin typeface="Arial"/>
            </a:endParaRPr>
          </a:p>
          <a:p>
            <a:pPr>
              <a:lnSpc>
                <a:spcPct val="120000"/>
              </a:lnSpc>
              <a:spcBef>
                <a:spcPts val="2500"/>
              </a:spcBef>
              <a:buNone/>
              <a:tabLst>
                <a:tab algn="l" pos="0"/>
              </a:tabLst>
            </a:pPr>
            <a:r>
              <a:rPr b="1" lang="en-US" sz="1400" spc="-1" strike="noStrike">
                <a:solidFill>
                  <a:srgbClr val="595959"/>
                </a:solidFill>
                <a:latin typeface="Avenir Next LT Pro Light"/>
              </a:rPr>
              <a:t>Summing Counts</a:t>
            </a:r>
            <a:endParaRPr b="0" lang="en-US" sz="1400" spc="-1" strike="noStrike">
              <a:latin typeface="Arial"/>
            </a:endParaRPr>
          </a:p>
          <a:p>
            <a:pPr marL="228600">
              <a:lnSpc>
                <a:spcPct val="120000"/>
              </a:lnSpc>
              <a:spcBef>
                <a:spcPts val="499"/>
              </a:spcBef>
              <a:buNone/>
              <a:tabLst>
                <a:tab algn="l" pos="0"/>
              </a:tabLst>
            </a:pPr>
            <a:r>
              <a:rPr b="0" lang="en-US" sz="1400" spc="-1" strike="noStrike">
                <a:solidFill>
                  <a:srgbClr val="595959"/>
                </a:solidFill>
                <a:latin typeface="Avenir Next LT Pro Light"/>
              </a:rPr>
              <a:t>Sum counts for each length range to find total integers rounding differently.</a:t>
            </a:r>
            <a:endParaRPr b="0" lang="en-US" sz="1400" spc="-1" strike="noStrike">
              <a:latin typeface="Arial"/>
            </a:endParaRPr>
          </a:p>
          <a:p>
            <a:pPr>
              <a:lnSpc>
                <a:spcPct val="120000"/>
              </a:lnSpc>
              <a:spcBef>
                <a:spcPts val="2500"/>
              </a:spcBef>
              <a:buNone/>
              <a:tabLst>
                <a:tab algn="l" pos="0"/>
              </a:tabLst>
            </a:pPr>
            <a:endParaRPr b="0" lang="en-US" sz="1800" spc="-1" strike="noStrike">
              <a:latin typeface="Arial"/>
            </a:endParaRPr>
          </a:p>
        </p:txBody>
      </p:sp>
    </p:spTree>
  </p:cSld>
  <p:transition>
    <p:fade/>
  </p:transition>
  <p:timing>
    <p:tnLst>
      <p:par>
        <p:cTn id="29" dur="indefinite" restart="never" nodeType="tmRoot">
          <p:childTnLst>
            <p:seq>
              <p:cTn id="30" dur="indefinite" nodeType="mainSeq">
                <p:childTnLst>
                  <p:par>
                    <p:cTn id="31" fill="hold">
                      <p:stCondLst>
                        <p:cond delay="0"/>
                      </p:stCondLst>
                      <p:childTnLst>
                        <p:par>
                          <p:cTn id="32" fill="hold">
                            <p:stCondLst>
                              <p:cond delay="0"/>
                            </p:stCondLst>
                            <p:childTnLst>
                              <p:par>
                                <p:cTn id="33" nodeType="withEffect" fill="hold" presetClass="entr" presetID="10">
                                  <p:stCondLst>
                                    <p:cond delay="250"/>
                                  </p:stCondLst>
                                  <p:iterate type="el">
                                    <p:tmAbs val="100"/>
                                  </p:iterate>
                                  <p:childTnLst>
                                    <p:set>
                                      <p:cBhvr>
                                        <p:cTn id="34" dur="1" fill="hold">
                                          <p:stCondLst>
                                            <p:cond delay="0"/>
                                          </p:stCondLst>
                                        </p:cTn>
                                        <p:tgtEl>
                                          <p:spTgt spid="396"/>
                                        </p:tgtEl>
                                        <p:attrNameLst>
                                          <p:attrName>style.visibility</p:attrName>
                                        </p:attrNameLst>
                                      </p:cBhvr>
                                      <p:to>
                                        <p:strVal val="visible"/>
                                      </p:to>
                                    </p:set>
                                    <p:animEffect filter="fade" transition="in">
                                      <p:cBhvr additive="repl">
                                        <p:cTn id="35" dur="5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612720" y="1700640"/>
            <a:ext cx="3651120" cy="345636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C++ Solution</a:t>
            </a:r>
            <a:endParaRPr b="0" lang="en-US" sz="3200" spc="-1" strike="noStrike">
              <a:solidFill>
                <a:srgbClr val="000000"/>
              </a:solidFill>
              <a:latin typeface="Avenir Next LT Pro Light"/>
            </a:endParaRPr>
          </a:p>
        </p:txBody>
      </p:sp>
      <p:sp>
        <p:nvSpPr>
          <p:cNvPr id="398" name="PlaceHolder 2"/>
          <p:cNvSpPr>
            <a:spLocks noGrp="1"/>
          </p:cNvSpPr>
          <p:nvPr>
            <p:ph/>
          </p:nvPr>
        </p:nvSpPr>
        <p:spPr>
          <a:xfrm>
            <a:off x="5184720" y="685800"/>
            <a:ext cx="6366960" cy="548604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isect Function Role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Calculates overlap between two numeric ranges accurately and efficiently.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solve Function Purpose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Computes count of integers that round differently to ensure correctness.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Main Function Workflow</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Reads multiple test cases and outputs results using solve function efficiently.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Performance Optimization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Handles large inputs efficiently with optimized C++ coding practices.</a:t>
            </a:r>
            <a:endParaRPr b="0" lang="en-US" sz="1400" spc="-1" strike="noStrike">
              <a:solidFill>
                <a:srgbClr val="595959"/>
              </a:solidFill>
              <a:latin typeface="Avenir Next LT Pro Light"/>
            </a:endParaRPr>
          </a:p>
          <a:p>
            <a:pPr>
              <a:lnSpc>
                <a:spcPct val="120000"/>
              </a:lnSpc>
              <a:spcBef>
                <a:spcPts val="499"/>
              </a:spcBef>
              <a:buNone/>
              <a:tabLst>
                <a:tab algn="l" pos="0"/>
              </a:tabLst>
            </a:pP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Make sure to look for these ideas in the fully coded solution we will show you!</a:t>
            </a:r>
            <a:endParaRPr b="0" lang="en-US" sz="1400" spc="-1" strike="noStrike">
              <a:solidFill>
                <a:srgbClr val="595959"/>
              </a:solidFill>
              <a:latin typeface="Avenir Next LT Pro Light"/>
            </a:endParaRPr>
          </a:p>
        </p:txBody>
      </p:sp>
    </p:spTree>
  </p:cSld>
  <p:transition>
    <p:fade/>
  </p:transition>
  <p:timing>
    <p:tnLst>
      <p:par>
        <p:cTn id="36" dur="indefinite" restart="never" nodeType="tmRoot">
          <p:childTnLst>
            <p:seq>
              <p:cTn id="37" dur="indefinite" nodeType="mainSeq">
                <p:childTnLst>
                  <p:par>
                    <p:cTn id="38" fill="hold">
                      <p:stCondLst>
                        <p:cond delay="0"/>
                      </p:stCondLst>
                      <p:childTnLst>
                        <p:par>
                          <p:cTn id="39" fill="hold">
                            <p:stCondLst>
                              <p:cond delay="0"/>
                            </p:stCondLst>
                            <p:childTnLst>
                              <p:par>
                                <p:cTn id="40" nodeType="withEffect" fill="hold" presetClass="entr" presetID="10">
                                  <p:stCondLst>
                                    <p:cond delay="250"/>
                                  </p:stCondLst>
                                  <p:iterate type="el">
                                    <p:tmAbs val="100"/>
                                  </p:iterate>
                                  <p:childTnLst>
                                    <p:set>
                                      <p:cBhvr>
                                        <p:cTn id="41" dur="1" fill="hold">
                                          <p:stCondLst>
                                            <p:cond delay="0"/>
                                          </p:stCondLst>
                                        </p:cTn>
                                        <p:tgtEl>
                                          <p:spTgt spid="398"/>
                                        </p:tgtEl>
                                        <p:attrNameLst>
                                          <p:attrName>style.visibility</p:attrName>
                                        </p:attrNameLst>
                                      </p:cBhvr>
                                      <p:to>
                                        <p:strVal val="visible"/>
                                      </p:to>
                                    </p:set>
                                    <p:animEffect filter="fade" transition="in">
                                      <p:cBhvr additive="repl">
                                        <p:cTn id="42" dur="5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612720" y="1417680"/>
            <a:ext cx="7909200" cy="4754160"/>
          </a:xfrm>
          <a:prstGeom prst="rect">
            <a:avLst/>
          </a:prstGeom>
          <a:noFill/>
          <a:ln w="0">
            <a:noFill/>
          </a:ln>
        </p:spPr>
        <p:txBody>
          <a:bodyPr anchor="b">
            <a:normAutofit/>
          </a:bodyPr>
          <a:p>
            <a:pPr>
              <a:lnSpc>
                <a:spcPct val="80000"/>
              </a:lnSpc>
              <a:buNone/>
            </a:pPr>
            <a:r>
              <a:rPr b="0" lang="en-US" sz="7000" spc="-1" strike="noStrike" cap="all">
                <a:solidFill>
                  <a:srgbClr val="404040"/>
                </a:solidFill>
                <a:latin typeface="바탕"/>
                <a:ea typeface="바탕"/>
              </a:rPr>
              <a:t>Problem 2: Hitting the Hay</a:t>
            </a:r>
            <a:endParaRPr b="0" lang="en-US" sz="7000" spc="-1" strike="noStrike">
              <a:solidFill>
                <a:srgbClr val="ffffff"/>
              </a:solidFill>
              <a:latin typeface="Avenir Next LT Pro Light"/>
            </a:endParaRPr>
          </a:p>
        </p:txBody>
      </p:sp>
    </p:spTree>
  </p:cSld>
  <p:transition>
    <p:fade/>
  </p:transition>
  <p:timing>
    <p:tnLst>
      <p:par>
        <p:cTn id="43" dur="indefinite" restart="never" nodeType="tmRoot">
          <p:childTnLst>
            <p:seq>
              <p:cTn id="44" dur="indefinite" nodeType="mainSeq">
                <p:childTnLst>
                  <p:par>
                    <p:cTn id="45" fill="hold">
                      <p:stCondLst>
                        <p:cond delay="0"/>
                      </p:stCondLst>
                      <p:childTnLst>
                        <p:par>
                          <p:cTn id="46" fill="hold">
                            <p:stCondLst>
                              <p:cond delay="0"/>
                            </p:stCondLst>
                            <p:childTnLst>
                              <p:par>
                                <p:cTn id="47" nodeType="withEffect" fill="hold" presetClass="entr" presetID="10">
                                  <p:stCondLst>
                                    <p:cond delay="500"/>
                                  </p:stCondLst>
                                  <p:iterate type="el">
                                    <p:tmAbs val="100"/>
                                  </p:iterate>
                                  <p:childTnLst>
                                    <p:set>
                                      <p:cBhvr>
                                        <p:cTn id="48" dur="1" fill="hold">
                                          <p:stCondLst>
                                            <p:cond delay="0"/>
                                          </p:stCondLst>
                                        </p:cTn>
                                        <p:tgtEl>
                                          <p:spTgt spid="399"/>
                                        </p:tgtEl>
                                        <p:attrNameLst>
                                          <p:attrName>style.visibility</p:attrName>
                                        </p:attrNameLst>
                                      </p:cBhvr>
                                      <p:to>
                                        <p:strVal val="visible"/>
                                      </p:to>
                                    </p:set>
                                    <p:animEffect filter="fade" transition="in">
                                      <p:cBhvr additive="repl">
                                        <p:cTn id="49" dur="700"/>
                                        <p:tgtEl>
                                          <p:spTgt spid="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Problem Statement</a:t>
            </a:r>
            <a:endParaRPr b="0" lang="en-US" sz="3200" spc="-1" strike="noStrike">
              <a:solidFill>
                <a:srgbClr val="000000"/>
              </a:solidFill>
              <a:latin typeface="Avenir Next LT Pro Light"/>
            </a:endParaRPr>
          </a:p>
        </p:txBody>
      </p:sp>
      <p:sp>
        <p:nvSpPr>
          <p:cNvPr id="401"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Study and Sleep Cycle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Each subject requires study hours followed by sleep hours except the last sleep can be skipped.</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Available Time Constraint</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Bessie has a maximum of H hours per day to allocate for studying and sleeping.</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Goal of Maximization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The goal is to find the maximum number of subjects Bessie can study in order within time limit.</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Input and Output Format</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Input includes N subjects, total hours H, and study and sleep hours list; output is maximum subjects.</a:t>
            </a:r>
            <a:endParaRPr b="0" lang="en-US" sz="1400" spc="-1" strike="noStrike">
              <a:solidFill>
                <a:srgbClr val="595959"/>
              </a:solidFill>
              <a:latin typeface="Avenir Next LT Pro Light"/>
            </a:endParaRPr>
          </a:p>
        </p:txBody>
      </p:sp>
    </p:spTree>
  </p:cSld>
  <p:transition>
    <p:fade/>
  </p:transition>
  <p:timing>
    <p:tnLst>
      <p:par>
        <p:cTn id="50" dur="indefinite" restart="never" nodeType="tmRoot">
          <p:childTnLst>
            <p:seq>
              <p:cTn id="51" dur="indefinite" nodeType="mainSeq">
                <p:childTnLst>
                  <p:par>
                    <p:cTn id="52" fill="hold">
                      <p:stCondLst>
                        <p:cond delay="0"/>
                      </p:stCondLst>
                      <p:childTnLst>
                        <p:par>
                          <p:cTn id="53" fill="hold">
                            <p:stCondLst>
                              <p:cond delay="0"/>
                            </p:stCondLst>
                            <p:childTnLst>
                              <p:par>
                                <p:cTn id="54" nodeType="withEffect" fill="hold" presetClass="entr" presetID="10">
                                  <p:stCondLst>
                                    <p:cond delay="250"/>
                                  </p:stCondLst>
                                  <p:iterate type="el">
                                    <p:tmAbs val="100"/>
                                  </p:iterate>
                                  <p:childTnLst>
                                    <p:set>
                                      <p:cBhvr>
                                        <p:cTn id="55" dur="1" fill="hold">
                                          <p:stCondLst>
                                            <p:cond delay="0"/>
                                          </p:stCondLst>
                                        </p:cTn>
                                        <p:tgtEl>
                                          <p:spTgt spid="401"/>
                                        </p:tgtEl>
                                        <p:attrNameLst>
                                          <p:attrName>style.visibility</p:attrName>
                                        </p:attrNameLst>
                                      </p:cBhvr>
                                      <p:to>
                                        <p:strVal val="visible"/>
                                      </p:to>
                                    </p:set>
                                    <p:animEffect filter="fade" transition="in">
                                      <p:cBhvr additive="repl">
                                        <p:cTn id="56" dur="5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Key Insights</a:t>
            </a:r>
            <a:endParaRPr b="0" lang="en-US" sz="3200" spc="-1" strike="noStrike">
              <a:solidFill>
                <a:srgbClr val="000000"/>
              </a:solidFill>
              <a:latin typeface="Avenir Next LT Pro Light"/>
            </a:endParaRPr>
          </a:p>
        </p:txBody>
      </p:sp>
      <p:sp>
        <p:nvSpPr>
          <p:cNvPr id="403"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Total Study Time Calculation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Total time includes study and sleep hours but excludes the final sleep period. This ensures accurate time accounting.</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Use of Prefix Sums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Prefix sums enable quick computation of total time for various subject counts efficiently.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Binary Search Application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Binary search finds the maximum subjects that fit within the time limit H effectively.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Optimal Performance for Large 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This method ensures efficient computation even for large numbers of subjects, enhancing scalability.</a:t>
            </a:r>
            <a:endParaRPr b="0" lang="en-US" sz="1400" spc="-1" strike="noStrike">
              <a:solidFill>
                <a:srgbClr val="595959"/>
              </a:solidFill>
              <a:latin typeface="Avenir Next LT Pro Light"/>
            </a:endParaRPr>
          </a:p>
        </p:txBody>
      </p:sp>
    </p:spTree>
  </p:cSld>
  <p:transition>
    <p:fade/>
  </p:transition>
  <p:timing>
    <p:tnLst>
      <p:par>
        <p:cTn id="57" dur="indefinite" restart="never" nodeType="tmRoot">
          <p:childTnLst>
            <p:seq>
              <p:cTn id="58" dur="indefinite" nodeType="mainSeq">
                <p:childTnLst>
                  <p:par>
                    <p:cTn id="59" fill="hold">
                      <p:stCondLst>
                        <p:cond delay="0"/>
                      </p:stCondLst>
                      <p:childTnLst>
                        <p:par>
                          <p:cTn id="60" fill="hold">
                            <p:stCondLst>
                              <p:cond delay="0"/>
                            </p:stCondLst>
                            <p:childTnLst>
                              <p:par>
                                <p:cTn id="61" nodeType="withEffect" fill="hold" presetClass="entr" presetID="10">
                                  <p:stCondLst>
                                    <p:cond delay="250"/>
                                  </p:stCondLst>
                                  <p:iterate type="el">
                                    <p:tmAbs val="100"/>
                                  </p:iterate>
                                  <p:childTnLst>
                                    <p:set>
                                      <p:cBhvr>
                                        <p:cTn id="62" dur="1" fill="hold">
                                          <p:stCondLst>
                                            <p:cond delay="0"/>
                                          </p:stCondLst>
                                        </p:cTn>
                                        <p:tgtEl>
                                          <p:spTgt spid="403"/>
                                        </p:tgtEl>
                                        <p:attrNameLst>
                                          <p:attrName>style.visibility</p:attrName>
                                        </p:attrNameLst>
                                      </p:cBhvr>
                                      <p:to>
                                        <p:strVal val="visible"/>
                                      </p:to>
                                    </p:set>
                                    <p:animEffect filter="fade" transition="in">
                                      <p:cBhvr additive="repl">
                                        <p:cTn id="63" dur="5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612720" y="1700640"/>
            <a:ext cx="3651120" cy="345636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Approach / Thought Process</a:t>
            </a:r>
            <a:endParaRPr b="0" lang="en-US" sz="3200" spc="-1" strike="noStrike">
              <a:solidFill>
                <a:srgbClr val="000000"/>
              </a:solidFill>
              <a:latin typeface="Avenir Next LT Pro Light"/>
            </a:endParaRPr>
          </a:p>
        </p:txBody>
      </p:sp>
      <p:sp>
        <p:nvSpPr>
          <p:cNvPr id="405" name="PlaceHolder 2"/>
          <p:cNvSpPr>
            <a:spLocks noGrp="1"/>
          </p:cNvSpPr>
          <p:nvPr>
            <p:ph/>
          </p:nvPr>
        </p:nvSpPr>
        <p:spPr>
          <a:xfrm>
            <a:off x="5184720" y="685800"/>
            <a:ext cx="6366960" cy="548604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Prefix Sum Calculation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Calculate prefix sums for study and sleep hours to quickly compute total time for k subjects.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Total Time Formula</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Total time equals sum of first k study hours plus sum of first k-1 sleep hours.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Binary Search Application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Use binary search to find maximum k so total time does not exceed available hours H.</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Efficient Subject Selection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Method efficiently narrows feasible number of subjects ensuring accurate results within time limit.</a:t>
            </a:r>
            <a:endParaRPr b="0" lang="en-US" sz="1400" spc="-1" strike="noStrike">
              <a:solidFill>
                <a:srgbClr val="595959"/>
              </a:solidFill>
              <a:latin typeface="Avenir Next LT Pro Light"/>
            </a:endParaRPr>
          </a:p>
        </p:txBody>
      </p:sp>
    </p:spTree>
  </p:cSld>
  <p:transition>
    <p:fade/>
  </p:transition>
  <p:timing>
    <p:tnLst>
      <p:par>
        <p:cTn id="64" dur="indefinite" restart="never" nodeType="tmRoot">
          <p:childTnLst>
            <p:seq>
              <p:cTn id="65" dur="indefinite" nodeType="mainSeq">
                <p:childTnLst>
                  <p:par>
                    <p:cTn id="66" fill="hold">
                      <p:stCondLst>
                        <p:cond delay="0"/>
                      </p:stCondLst>
                      <p:childTnLst>
                        <p:par>
                          <p:cTn id="67" fill="hold">
                            <p:stCondLst>
                              <p:cond delay="0"/>
                            </p:stCondLst>
                            <p:childTnLst>
                              <p:par>
                                <p:cTn id="68" nodeType="withEffect" fill="hold" presetClass="entr" presetID="10">
                                  <p:stCondLst>
                                    <p:cond delay="250"/>
                                  </p:stCondLst>
                                  <p:iterate type="el">
                                    <p:tmAbs val="100"/>
                                  </p:iterate>
                                  <p:childTnLst>
                                    <p:set>
                                      <p:cBhvr>
                                        <p:cTn id="69" dur="1" fill="hold">
                                          <p:stCondLst>
                                            <p:cond delay="0"/>
                                          </p:stCondLst>
                                        </p:cTn>
                                        <p:tgtEl>
                                          <p:spTgt spid="405"/>
                                        </p:tgtEl>
                                        <p:attrNameLst>
                                          <p:attrName>style.visibility</p:attrName>
                                        </p:attrNameLst>
                                      </p:cBhvr>
                                      <p:to>
                                        <p:strVal val="visible"/>
                                      </p:to>
                                    </p:set>
                                    <p:animEffect filter="fade" transition="in">
                                      <p:cBhvr additive="repl">
                                        <p:cTn id="70" dur="5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612720" y="1700640"/>
            <a:ext cx="3651120" cy="345636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Algorithm / Pseudocode</a:t>
            </a:r>
            <a:endParaRPr b="0" lang="en-US" sz="3200" spc="-1" strike="noStrike">
              <a:solidFill>
                <a:srgbClr val="000000"/>
              </a:solidFill>
              <a:latin typeface="Avenir Next LT Pro Light"/>
            </a:endParaRPr>
          </a:p>
        </p:txBody>
      </p:sp>
      <p:sp>
        <p:nvSpPr>
          <p:cNvPr id="407" name="PlaceHolder 2"/>
          <p:cNvSpPr>
            <a:spLocks noGrp="1"/>
          </p:cNvSpPr>
          <p:nvPr>
            <p:ph/>
          </p:nvPr>
        </p:nvSpPr>
        <p:spPr>
          <a:xfrm>
            <a:off x="5184720" y="685800"/>
            <a:ext cx="6366960" cy="548604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Check Function Purpose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Verifies if a set number of subjects fit within the time constraint efficiently.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Binary Search Strategy</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Uses binary search on range [0, N] to find maximum feasible subjects quickly.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Efficiency in Optimization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Updates the answer only when check returns true, optimizing search process.</a:t>
            </a:r>
            <a:endParaRPr b="0" lang="en-US" sz="1400" spc="-1" strike="noStrike">
              <a:solidFill>
                <a:srgbClr val="595959"/>
              </a:solidFill>
              <a:latin typeface="Avenir Next LT Pro Light"/>
            </a:endParaRPr>
          </a:p>
        </p:txBody>
      </p:sp>
    </p:spTree>
  </p:cSld>
  <p:transition>
    <p:fade/>
  </p:transition>
  <p:timing>
    <p:tnLst>
      <p:par>
        <p:cTn id="71" dur="indefinite" restart="never" nodeType="tmRoot">
          <p:childTnLst>
            <p:seq>
              <p:cTn id="72" dur="indefinite" nodeType="mainSeq">
                <p:childTnLst>
                  <p:par>
                    <p:cTn id="73" fill="hold">
                      <p:stCondLst>
                        <p:cond delay="0"/>
                      </p:stCondLst>
                      <p:childTnLst>
                        <p:par>
                          <p:cTn id="74" fill="hold">
                            <p:stCondLst>
                              <p:cond delay="0"/>
                            </p:stCondLst>
                            <p:childTnLst>
                              <p:par>
                                <p:cTn id="75" nodeType="withEffect" fill="hold" presetClass="entr" presetID="10">
                                  <p:stCondLst>
                                    <p:cond delay="250"/>
                                  </p:stCondLst>
                                  <p:iterate type="el">
                                    <p:tmAbs val="100"/>
                                  </p:iterate>
                                  <p:childTnLst>
                                    <p:set>
                                      <p:cBhvr>
                                        <p:cTn id="76" dur="1" fill="hold">
                                          <p:stCondLst>
                                            <p:cond delay="0"/>
                                          </p:stCondLst>
                                        </p:cTn>
                                        <p:tgtEl>
                                          <p:spTgt spid="407"/>
                                        </p:tgtEl>
                                        <p:attrNameLst>
                                          <p:attrName>style.visibility</p:attrName>
                                        </p:attrNameLst>
                                      </p:cBhvr>
                                      <p:to>
                                        <p:strVal val="visible"/>
                                      </p:to>
                                    </p:set>
                                    <p:animEffect filter="fade" transition="in">
                                      <p:cBhvr additive="repl">
                                        <p:cTn id="77" dur="5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C++ Solution</a:t>
            </a:r>
            <a:endParaRPr b="0" lang="en-US" sz="3200" spc="-1" strike="noStrike">
              <a:solidFill>
                <a:srgbClr val="000000"/>
              </a:solidFill>
              <a:latin typeface="Avenir Next LT Pro Light"/>
            </a:endParaRPr>
          </a:p>
        </p:txBody>
      </p:sp>
      <p:sp>
        <p:nvSpPr>
          <p:cNvPr id="409"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Binary Search Functions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The solution uses check and maxSubjects functions implementing binary search efficiently.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Input Processing</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The main function reads multiple test cases to process inputs for the solution.</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Performance Optimization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The solution is optimized for high performance and handles large data effectively.</a:t>
            </a:r>
            <a:endParaRPr b="0" lang="en-US" sz="1400" spc="-1" strike="noStrike">
              <a:solidFill>
                <a:srgbClr val="595959"/>
              </a:solidFill>
              <a:latin typeface="Avenir Next LT Pro Light"/>
            </a:endParaRPr>
          </a:p>
          <a:p>
            <a:pPr>
              <a:lnSpc>
                <a:spcPct val="120000"/>
              </a:lnSpc>
              <a:spcBef>
                <a:spcPts val="499"/>
              </a:spcBef>
              <a:buNone/>
              <a:tabLst>
                <a:tab algn="l" pos="0"/>
              </a:tabLst>
            </a:pP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Make sure to look for these ideas in the fully coded solution we will show you!</a:t>
            </a:r>
            <a:endParaRPr b="0" lang="en-US" sz="1400" spc="-1" strike="noStrike">
              <a:solidFill>
                <a:srgbClr val="595959"/>
              </a:solidFill>
              <a:latin typeface="Avenir Next LT Pro Light"/>
            </a:endParaRPr>
          </a:p>
        </p:txBody>
      </p:sp>
    </p:spTree>
  </p:cSld>
  <p:transition>
    <p:fade/>
  </p:transition>
  <p:timing>
    <p:tnLst>
      <p:par>
        <p:cTn id="78" dur="indefinite" restart="never" nodeType="tmRoot">
          <p:childTnLst>
            <p:seq>
              <p:cTn id="79" dur="indefinite" nodeType="mainSeq">
                <p:childTnLst>
                  <p:par>
                    <p:cTn id="80" fill="hold">
                      <p:stCondLst>
                        <p:cond delay="0"/>
                      </p:stCondLst>
                      <p:childTnLst>
                        <p:par>
                          <p:cTn id="81" fill="hold">
                            <p:stCondLst>
                              <p:cond delay="0"/>
                            </p:stCondLst>
                            <p:childTnLst>
                              <p:par>
                                <p:cTn id="82" nodeType="withEffect" fill="hold" presetClass="entr" presetID="10">
                                  <p:stCondLst>
                                    <p:cond delay="250"/>
                                  </p:stCondLst>
                                  <p:iterate type="el">
                                    <p:tmAbs val="100"/>
                                  </p:iterate>
                                  <p:childTnLst>
                                    <p:set>
                                      <p:cBhvr>
                                        <p:cTn id="83" dur="1" fill="hold">
                                          <p:stCondLst>
                                            <p:cond delay="0"/>
                                          </p:stCondLst>
                                        </p:cTn>
                                        <p:tgtEl>
                                          <p:spTgt spid="409"/>
                                        </p:tgtEl>
                                        <p:attrNameLst>
                                          <p:attrName>style.visibility</p:attrName>
                                        </p:attrNameLst>
                                      </p:cBhvr>
                                      <p:to>
                                        <p:strVal val="visible"/>
                                      </p:to>
                                    </p:set>
                                    <p:animEffect filter="fade" transition="in">
                                      <p:cBhvr additive="repl">
                                        <p:cTn id="84" dur="5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title"/>
          </p:nvPr>
        </p:nvSpPr>
        <p:spPr>
          <a:xfrm>
            <a:off x="612720" y="1417680"/>
            <a:ext cx="7909200" cy="4754160"/>
          </a:xfrm>
          <a:prstGeom prst="rect">
            <a:avLst/>
          </a:prstGeom>
          <a:noFill/>
          <a:ln w="0">
            <a:noFill/>
          </a:ln>
        </p:spPr>
        <p:txBody>
          <a:bodyPr anchor="b">
            <a:normAutofit/>
          </a:bodyPr>
          <a:p>
            <a:pPr>
              <a:lnSpc>
                <a:spcPct val="80000"/>
              </a:lnSpc>
              <a:buNone/>
            </a:pPr>
            <a:r>
              <a:rPr b="0" lang="en-US" sz="7000" spc="-1" strike="noStrike" cap="all">
                <a:solidFill>
                  <a:srgbClr val="404040"/>
                </a:solidFill>
                <a:latin typeface="바탕"/>
                <a:ea typeface="바탕"/>
              </a:rPr>
              <a:t>Problem 3: Maximize the Array</a:t>
            </a:r>
            <a:endParaRPr b="0" lang="en-US" sz="7000" spc="-1" strike="noStrike">
              <a:solidFill>
                <a:srgbClr val="ffffff"/>
              </a:solidFill>
              <a:latin typeface="Avenir Next LT Pro Light"/>
            </a:endParaRPr>
          </a:p>
        </p:txBody>
      </p:sp>
    </p:spTree>
  </p:cSld>
  <p:transition>
    <p:fade/>
  </p:transition>
  <p:timing>
    <p:tnLst>
      <p:par>
        <p:cTn id="85" dur="indefinite" restart="never" nodeType="tmRoot">
          <p:childTnLst>
            <p:seq>
              <p:cTn id="86" dur="indefinite" nodeType="mainSeq">
                <p:childTnLst>
                  <p:par>
                    <p:cTn id="87" fill="hold">
                      <p:stCondLst>
                        <p:cond delay="0"/>
                      </p:stCondLst>
                      <p:childTnLst>
                        <p:par>
                          <p:cTn id="88" fill="hold">
                            <p:stCondLst>
                              <p:cond delay="0"/>
                            </p:stCondLst>
                            <p:childTnLst>
                              <p:par>
                                <p:cTn id="89" nodeType="withEffect" fill="hold" presetClass="entr" presetID="10">
                                  <p:stCondLst>
                                    <p:cond delay="500"/>
                                  </p:stCondLst>
                                  <p:iterate type="lt">
                                    <p:tmAbs val="100"/>
                                  </p:iterate>
                                  <p:childTnLst>
                                    <p:set>
                                      <p:cBhvr>
                                        <p:cTn id="90" dur="1" fill="hold">
                                          <p:stCondLst>
                                            <p:cond delay="0"/>
                                          </p:stCondLst>
                                        </p:cTn>
                                        <p:tgtEl>
                                          <p:spTgt spid="410"/>
                                        </p:tgtEl>
                                        <p:attrNameLst>
                                          <p:attrName>style.visibility</p:attrName>
                                        </p:attrNameLst>
                                      </p:cBhvr>
                                      <p:to>
                                        <p:strVal val="visible"/>
                                      </p:to>
                                    </p:set>
                                    <p:animEffect filter="fade" transition="in">
                                      <p:cBhvr additive="repl">
                                        <p:cTn id="91" dur="40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Problem Statement</a:t>
            </a:r>
            <a:endParaRPr b="0" lang="en-US" sz="3200" spc="-1" strike="noStrike">
              <a:solidFill>
                <a:srgbClr val="000000"/>
              </a:solidFill>
              <a:latin typeface="Avenir Next LT Pro Light"/>
            </a:endParaRPr>
          </a:p>
        </p:txBody>
      </p:sp>
      <p:sp>
        <p:nvSpPr>
          <p:cNvPr id="412"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Input Array Details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The problem provides an array of N integers to be processed for non-decreasing order.</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Allowed Operation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You can increase any element by 1 any number of times to achieve the goal.</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Objective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Make the array non-decreasing with the minimum total increments applied.</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Expected Output</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Output the minimum number of operations required to reach non-decreasing order.</a:t>
            </a:r>
            <a:endParaRPr b="0" lang="en-US" sz="1400" spc="-1" strike="noStrike">
              <a:solidFill>
                <a:srgbClr val="595959"/>
              </a:solidFill>
              <a:latin typeface="Avenir Next LT Pro Light"/>
            </a:endParaRPr>
          </a:p>
        </p:txBody>
      </p:sp>
    </p:spTree>
  </p:cSld>
  <p:transition>
    <p:fade/>
  </p:transition>
  <p:timing>
    <p:tnLst>
      <p:par>
        <p:cTn id="92" dur="indefinite" restart="never" nodeType="tmRoot">
          <p:childTnLst>
            <p:seq>
              <p:cTn id="93" dur="indefinite" nodeType="mainSeq">
                <p:childTnLst>
                  <p:par>
                    <p:cTn id="94" fill="hold">
                      <p:stCondLst>
                        <p:cond delay="0"/>
                      </p:stCondLst>
                      <p:childTnLst>
                        <p:par>
                          <p:cTn id="95" fill="hold">
                            <p:stCondLst>
                              <p:cond delay="0"/>
                            </p:stCondLst>
                            <p:childTnLst>
                              <p:par>
                                <p:cTn id="96" nodeType="withEffect" fill="hold" presetClass="entr" presetID="10">
                                  <p:stCondLst>
                                    <p:cond delay="250"/>
                                  </p:stCondLst>
                                  <p:iterate type="el">
                                    <p:tmAbs val="100"/>
                                  </p:iterate>
                                  <p:childTnLst>
                                    <p:set>
                                      <p:cBhvr>
                                        <p:cTn id="97" dur="1" fill="hold">
                                          <p:stCondLst>
                                            <p:cond delay="0"/>
                                          </p:stCondLst>
                                        </p:cTn>
                                        <p:tgtEl>
                                          <p:spTgt spid="412"/>
                                        </p:tgtEl>
                                        <p:attrNameLst>
                                          <p:attrName>style.visibility</p:attrName>
                                        </p:attrNameLst>
                                      </p:cBhvr>
                                      <p:to>
                                        <p:strVal val="visible"/>
                                      </p:to>
                                    </p:set>
                                    <p:animEffect filter="fade" transition="in">
                                      <p:cBhvr additive="repl">
                                        <p:cTn id="98" dur="500"/>
                                        <p:tgtEl>
                                          <p:spTgt spid="4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612720" y="1700640"/>
            <a:ext cx="3651120" cy="345636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Key Insights</a:t>
            </a:r>
            <a:endParaRPr b="0" lang="en-US" sz="3200" spc="-1" strike="noStrike">
              <a:solidFill>
                <a:srgbClr val="000000"/>
              </a:solidFill>
              <a:latin typeface="Avenir Next LT Pro Light"/>
            </a:endParaRPr>
          </a:p>
        </p:txBody>
      </p:sp>
      <p:sp>
        <p:nvSpPr>
          <p:cNvPr id="414" name="PlaceHolder 2"/>
          <p:cNvSpPr>
            <a:spLocks noGrp="1"/>
          </p:cNvSpPr>
          <p:nvPr>
            <p:ph/>
          </p:nvPr>
        </p:nvSpPr>
        <p:spPr>
          <a:xfrm>
            <a:off x="5184720" y="685800"/>
            <a:ext cx="6366960" cy="548604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Non-Decreasing Array Condition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Each element must be greater or equal to the previous to maintain order.</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Minimum Operations Calculation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Sum of differences where current element is less than previous element.</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Linear Traversal Approach</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Traverse the array linearly to compute required increments efficiently.</a:t>
            </a:r>
            <a:endParaRPr b="0" lang="en-US" sz="1400" spc="-1" strike="noStrike">
              <a:solidFill>
                <a:srgbClr val="595959"/>
              </a:solidFill>
              <a:latin typeface="Avenir Next LT Pro Light"/>
            </a:endParaRPr>
          </a:p>
        </p:txBody>
      </p:sp>
    </p:spTree>
  </p:cSld>
  <p:transition>
    <p:fade/>
  </p:transition>
  <p:timing>
    <p:tnLst>
      <p:par>
        <p:cTn id="99" dur="indefinite" restart="never" nodeType="tmRoot">
          <p:childTnLst>
            <p:seq>
              <p:cTn id="100" dur="indefinite" nodeType="mainSeq">
                <p:childTnLst>
                  <p:par>
                    <p:cTn id="101" fill="hold">
                      <p:stCondLst>
                        <p:cond delay="0"/>
                      </p:stCondLst>
                      <p:childTnLst>
                        <p:par>
                          <p:cTn id="102" fill="hold">
                            <p:stCondLst>
                              <p:cond delay="0"/>
                            </p:stCondLst>
                            <p:childTnLst>
                              <p:par>
                                <p:cTn id="103" nodeType="withEffect" fill="hold" presetClass="entr" presetID="10">
                                  <p:stCondLst>
                                    <p:cond delay="250"/>
                                  </p:stCondLst>
                                  <p:iterate type="el">
                                    <p:tmAbs val="100"/>
                                  </p:iterate>
                                  <p:childTnLst>
                                    <p:set>
                                      <p:cBhvr>
                                        <p:cTn id="104" dur="1" fill="hold">
                                          <p:stCondLst>
                                            <p:cond delay="0"/>
                                          </p:stCondLst>
                                        </p:cTn>
                                        <p:tgtEl>
                                          <p:spTgt spid="414"/>
                                        </p:tgtEl>
                                        <p:attrNameLst>
                                          <p:attrName>style.visibility</p:attrName>
                                        </p:attrNameLst>
                                      </p:cBhvr>
                                      <p:to>
                                        <p:strVal val="visible"/>
                                      </p:to>
                                    </p:set>
                                    <p:animEffect filter="fade" transition="in">
                                      <p:cBhvr additive="repl">
                                        <p:cTn id="105"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Approach / Thought Process</a:t>
            </a:r>
            <a:endParaRPr b="0" lang="en-US" sz="3200" spc="-1" strike="noStrike">
              <a:solidFill>
                <a:srgbClr val="000000"/>
              </a:solidFill>
              <a:latin typeface="Avenir Next LT Pro Light"/>
            </a:endParaRPr>
          </a:p>
        </p:txBody>
      </p:sp>
      <p:sp>
        <p:nvSpPr>
          <p:cNvPr id="416"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Initialize Operations Counter</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Start with a counter set to zero to track the number of increments needed.</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Traverse Array Left to Right</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Iterate through the array elements from left to right to compare adjacent values.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Increment Smaller Elements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If an element is smaller than the previous, increment it to match the previous value.</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Count Minimum Operations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Add the difference to the operations counter to ensure minimal changes for non-decreasing order.</a:t>
            </a:r>
            <a:endParaRPr b="0" lang="en-US" sz="1400" spc="-1" strike="noStrike">
              <a:solidFill>
                <a:srgbClr val="595959"/>
              </a:solidFill>
              <a:latin typeface="Avenir Next LT Pro Light"/>
            </a:endParaRPr>
          </a:p>
        </p:txBody>
      </p:sp>
    </p:spTree>
  </p:cSld>
  <p:transition>
    <p:fade/>
  </p:transition>
  <p:timing>
    <p:tnLst>
      <p:par>
        <p:cTn id="106" dur="indefinite" restart="never" nodeType="tmRoot">
          <p:childTnLst>
            <p:seq>
              <p:cTn id="107" dur="indefinite" nodeType="mainSeq">
                <p:childTnLst>
                  <p:par>
                    <p:cTn id="108" fill="hold">
                      <p:stCondLst>
                        <p:cond delay="0"/>
                      </p:stCondLst>
                      <p:childTnLst>
                        <p:par>
                          <p:cTn id="109" fill="hold">
                            <p:stCondLst>
                              <p:cond delay="0"/>
                            </p:stCondLst>
                            <p:childTnLst>
                              <p:par>
                                <p:cTn id="110" nodeType="withEffect" fill="hold" presetClass="entr" presetID="10">
                                  <p:stCondLst>
                                    <p:cond delay="250"/>
                                  </p:stCondLst>
                                  <p:iterate type="el">
                                    <p:tmAbs val="100"/>
                                  </p:iterate>
                                  <p:childTnLst>
                                    <p:set>
                                      <p:cBhvr>
                                        <p:cTn id="111" dur="1" fill="hold">
                                          <p:stCondLst>
                                            <p:cond delay="0"/>
                                          </p:stCondLst>
                                        </p:cTn>
                                        <p:tgtEl>
                                          <p:spTgt spid="416"/>
                                        </p:tgtEl>
                                        <p:attrNameLst>
                                          <p:attrName>style.visibility</p:attrName>
                                        </p:attrNameLst>
                                      </p:cBhvr>
                                      <p:to>
                                        <p:strVal val="visible"/>
                                      </p:to>
                                    </p:set>
                                    <p:animEffect filter="fade" transition="in">
                                      <p:cBhvr additive="repl">
                                        <p:cTn id="112" dur="5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612720" y="709200"/>
            <a:ext cx="10963440" cy="890640"/>
          </a:xfrm>
          <a:prstGeom prst="rect">
            <a:avLst/>
          </a:prstGeom>
          <a:noFill/>
          <a:ln w="0">
            <a:noFill/>
          </a:ln>
        </p:spPr>
        <p:txBody>
          <a:bodyPr anchor="b">
            <a:normAutofit/>
          </a:bodyPr>
          <a:p>
            <a:pPr>
              <a:lnSpc>
                <a:spcPct val="80000"/>
              </a:lnSpc>
              <a:buNone/>
            </a:pPr>
            <a:r>
              <a:rPr b="0" lang="en-US" sz="3200" spc="-1" strike="noStrike" cap="all">
                <a:solidFill>
                  <a:srgbClr val="404040"/>
                </a:solidFill>
                <a:latin typeface="바탕"/>
                <a:ea typeface="바탕"/>
              </a:rPr>
              <a:t>Algorithm / Pseudocode</a:t>
            </a:r>
            <a:endParaRPr b="0" lang="en-US" sz="3200" spc="-1" strike="noStrike">
              <a:solidFill>
                <a:srgbClr val="000000"/>
              </a:solidFill>
              <a:latin typeface="Avenir Next LT Pro Light"/>
            </a:endParaRPr>
          </a:p>
        </p:txBody>
      </p:sp>
      <p:graphicFrame>
        <p:nvGraphicFramePr>
          <p:cNvPr id="1" name="Diagram1"/>
          <p:cNvGraphicFramePr/>
          <p:nvPr>
            <p:extLst>
              <p:ext uri="{D42A27DB-BD31-4B8C-83A1-F6EECF244321}">
                <p14:modId xmlns:p14="http://schemas.microsoft.com/office/powerpoint/2010/main" val="2650419146"/>
              </p:ext>
            </p:extLst>
          </p:nvPr>
        </p:nvGraphicFramePr>
        <p:xfrm>
          <a:off x="612720" y="2119680"/>
          <a:ext cx="10963440" cy="40568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transition>
    <p:fad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C++ Solution</a:t>
            </a:r>
            <a:endParaRPr b="0" lang="en-US" sz="3200" spc="-1" strike="noStrike">
              <a:solidFill>
                <a:srgbClr val="000000"/>
              </a:solidFill>
              <a:latin typeface="Avenir Next LT Pro Light"/>
            </a:endParaRPr>
          </a:p>
        </p:txBody>
      </p:sp>
      <p:sp>
        <p:nvSpPr>
          <p:cNvPr id="419"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minOps Function Role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The minOps function calculates operations to ensure a non-decreasing array sequence efficiently.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Main Function Processing</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Main function reads multiple test cases and processes arrays sequentially for results.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Performance Optimization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The solution is optimized to handle large arrays effectively with minimal latency.</a:t>
            </a:r>
            <a:endParaRPr b="0" lang="en-US" sz="1400" spc="-1" strike="noStrike">
              <a:solidFill>
                <a:srgbClr val="595959"/>
              </a:solidFill>
              <a:latin typeface="Avenir Next LT Pro Light"/>
            </a:endParaRPr>
          </a:p>
          <a:p>
            <a:pPr>
              <a:lnSpc>
                <a:spcPct val="120000"/>
              </a:lnSpc>
              <a:spcBef>
                <a:spcPts val="499"/>
              </a:spcBef>
              <a:buNone/>
              <a:tabLst>
                <a:tab algn="l" pos="0"/>
              </a:tabLst>
            </a:pP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Make sure to look for these ideas in the fully coded solution we will show you!</a:t>
            </a:r>
            <a:endParaRPr b="0" lang="en-US" sz="1400" spc="-1" strike="noStrike">
              <a:solidFill>
                <a:srgbClr val="595959"/>
              </a:solidFill>
              <a:latin typeface="Avenir Next LT Pro Light"/>
            </a:endParaRPr>
          </a:p>
        </p:txBody>
      </p:sp>
    </p:spTree>
  </p:cSld>
  <p:transition>
    <p:fade/>
  </p:transition>
  <p:timing>
    <p:tnLst>
      <p:par>
        <p:cTn id="113" dur="indefinite" restart="never" nodeType="tmRoot">
          <p:childTnLst>
            <p:seq>
              <p:cTn id="114" dur="indefinite" nodeType="mainSeq">
                <p:childTnLst>
                  <p:par>
                    <p:cTn id="115" fill="hold">
                      <p:stCondLst>
                        <p:cond delay="0"/>
                      </p:stCondLst>
                      <p:childTnLst>
                        <p:par>
                          <p:cTn id="116" fill="hold">
                            <p:stCondLst>
                              <p:cond delay="0"/>
                            </p:stCondLst>
                            <p:childTnLst>
                              <p:par>
                                <p:cTn id="117" nodeType="withEffect" fill="hold" presetClass="entr" presetID="10">
                                  <p:stCondLst>
                                    <p:cond delay="250"/>
                                  </p:stCondLst>
                                  <p:iterate type="el">
                                    <p:tmAbs val="100"/>
                                  </p:iterate>
                                  <p:childTnLst>
                                    <p:set>
                                      <p:cBhvr>
                                        <p:cTn id="118" dur="1" fill="hold">
                                          <p:stCondLst>
                                            <p:cond delay="0"/>
                                          </p:stCondLst>
                                        </p:cTn>
                                        <p:tgtEl>
                                          <p:spTgt spid="419"/>
                                        </p:tgtEl>
                                        <p:attrNameLst>
                                          <p:attrName>style.visibility</p:attrName>
                                        </p:attrNameLst>
                                      </p:cBhvr>
                                      <p:to>
                                        <p:strVal val="visible"/>
                                      </p:to>
                                    </p:set>
                                    <p:animEffect filter="fade" transition="in">
                                      <p:cBhvr additive="repl">
                                        <p:cTn id="119" dur="500"/>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title"/>
          </p:nvPr>
        </p:nvSpPr>
        <p:spPr>
          <a:xfrm>
            <a:off x="612720" y="1417680"/>
            <a:ext cx="7909200" cy="4754160"/>
          </a:xfrm>
          <a:prstGeom prst="rect">
            <a:avLst/>
          </a:prstGeom>
          <a:noFill/>
          <a:ln w="0">
            <a:noFill/>
          </a:ln>
        </p:spPr>
        <p:txBody>
          <a:bodyPr anchor="b">
            <a:normAutofit/>
          </a:bodyPr>
          <a:p>
            <a:pPr>
              <a:lnSpc>
                <a:spcPct val="80000"/>
              </a:lnSpc>
              <a:buNone/>
            </a:pPr>
            <a:r>
              <a:rPr b="0" lang="en-US" sz="7000" spc="-1" strike="noStrike" cap="all">
                <a:solidFill>
                  <a:srgbClr val="404040"/>
                </a:solidFill>
                <a:latin typeface="바탕"/>
                <a:ea typeface="바탕"/>
              </a:rPr>
              <a:t>Problem 4: Split the Array</a:t>
            </a:r>
            <a:endParaRPr b="0" lang="en-US" sz="7000" spc="-1" strike="noStrike">
              <a:solidFill>
                <a:srgbClr val="ffffff"/>
              </a:solidFill>
              <a:latin typeface="Avenir Next LT Pro Light"/>
            </a:endParaRPr>
          </a:p>
        </p:txBody>
      </p:sp>
    </p:spTree>
  </p:cSld>
  <p:transition>
    <p:fade/>
  </p:transition>
  <p:timing>
    <p:tnLst>
      <p:par>
        <p:cTn id="120" dur="indefinite" restart="never" nodeType="tmRoot">
          <p:childTnLst>
            <p:seq>
              <p:cTn id="121" dur="indefinite" nodeType="mainSeq">
                <p:childTnLst>
                  <p:par>
                    <p:cTn id="122" fill="hold">
                      <p:stCondLst>
                        <p:cond delay="0"/>
                      </p:stCondLst>
                      <p:childTnLst>
                        <p:par>
                          <p:cTn id="123" fill="hold">
                            <p:stCondLst>
                              <p:cond delay="0"/>
                            </p:stCondLst>
                            <p:childTnLst>
                              <p:par>
                                <p:cTn id="124" nodeType="withEffect" fill="hold" presetClass="entr" presetID="10">
                                  <p:stCondLst>
                                    <p:cond delay="500"/>
                                  </p:stCondLst>
                                  <p:iterate type="el">
                                    <p:tmAbs val="100"/>
                                  </p:iterate>
                                  <p:childTnLst>
                                    <p:set>
                                      <p:cBhvr>
                                        <p:cTn id="125" dur="1" fill="hold">
                                          <p:stCondLst>
                                            <p:cond delay="0"/>
                                          </p:stCondLst>
                                        </p:cTn>
                                        <p:tgtEl>
                                          <p:spTgt spid="420"/>
                                        </p:tgtEl>
                                        <p:attrNameLst>
                                          <p:attrName>style.visibility</p:attrName>
                                        </p:attrNameLst>
                                      </p:cBhvr>
                                      <p:to>
                                        <p:strVal val="visible"/>
                                      </p:to>
                                    </p:set>
                                    <p:animEffect filter="fade" transition="in">
                                      <p:cBhvr additive="repl">
                                        <p:cTn id="126" dur="7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612720" y="1700640"/>
            <a:ext cx="3651120" cy="345636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Problem Statement</a:t>
            </a:r>
            <a:endParaRPr b="0" lang="en-US" sz="3200" spc="-1" strike="noStrike">
              <a:solidFill>
                <a:srgbClr val="000000"/>
              </a:solidFill>
              <a:latin typeface="Avenir Next LT Pro Light"/>
            </a:endParaRPr>
          </a:p>
        </p:txBody>
      </p:sp>
      <p:sp>
        <p:nvSpPr>
          <p:cNvPr id="422" name="PlaceHolder 2"/>
          <p:cNvSpPr>
            <a:spLocks noGrp="1"/>
          </p:cNvSpPr>
          <p:nvPr>
            <p:ph/>
          </p:nvPr>
        </p:nvSpPr>
        <p:spPr>
          <a:xfrm>
            <a:off x="5184720" y="685800"/>
            <a:ext cx="6366960" cy="548604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Input Description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Array of N positive integers is provided for processing each test case.</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Task Objective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Split the array into two contiguous subarrays to minimize the absolute difference of sums.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Output Requirement</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Output the minimum absolute difference between the sums of the two subarrays.</a:t>
            </a:r>
            <a:endParaRPr b="0" lang="en-US" sz="1400" spc="-1" strike="noStrike">
              <a:solidFill>
                <a:srgbClr val="595959"/>
              </a:solidFill>
              <a:latin typeface="Avenir Next LT Pro Light"/>
            </a:endParaRPr>
          </a:p>
        </p:txBody>
      </p:sp>
    </p:spTree>
  </p:cSld>
  <p:transition>
    <p:fade/>
  </p:transition>
  <p:timing>
    <p:tnLst>
      <p:par>
        <p:cTn id="127" dur="indefinite" restart="never" nodeType="tmRoot">
          <p:childTnLst>
            <p:seq>
              <p:cTn id="128" dur="indefinite" nodeType="mainSeq">
                <p:childTnLst>
                  <p:par>
                    <p:cTn id="129" fill="hold">
                      <p:stCondLst>
                        <p:cond delay="0"/>
                      </p:stCondLst>
                      <p:childTnLst>
                        <p:par>
                          <p:cTn id="130" fill="hold">
                            <p:stCondLst>
                              <p:cond delay="0"/>
                            </p:stCondLst>
                            <p:childTnLst>
                              <p:par>
                                <p:cTn id="131" nodeType="withEffect" fill="hold" presetClass="entr" presetID="10">
                                  <p:stCondLst>
                                    <p:cond delay="250"/>
                                  </p:stCondLst>
                                  <p:iterate type="el">
                                    <p:tmAbs val="100"/>
                                  </p:iterate>
                                  <p:childTnLst>
                                    <p:set>
                                      <p:cBhvr>
                                        <p:cTn id="132" dur="1" fill="hold">
                                          <p:stCondLst>
                                            <p:cond delay="0"/>
                                          </p:stCondLst>
                                        </p:cTn>
                                        <p:tgtEl>
                                          <p:spTgt spid="422"/>
                                        </p:tgtEl>
                                        <p:attrNameLst>
                                          <p:attrName>style.visibility</p:attrName>
                                        </p:attrNameLst>
                                      </p:cBhvr>
                                      <p:to>
                                        <p:strVal val="visible"/>
                                      </p:to>
                                    </p:set>
                                    <p:animEffect filter="fade" transition="in">
                                      <p:cBhvr additive="repl">
                                        <p:cTn id="133" dur="5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Key Insights</a:t>
            </a:r>
            <a:endParaRPr b="0" lang="en-US" sz="3200" spc="-1" strike="noStrike">
              <a:solidFill>
                <a:srgbClr val="000000"/>
              </a:solidFill>
              <a:latin typeface="Avenir Next LT Pro Light"/>
            </a:endParaRPr>
          </a:p>
        </p:txBody>
      </p:sp>
      <p:sp>
        <p:nvSpPr>
          <p:cNvPr id="424"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Total Sum Computation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Compute the total sum of the array to understand the full data scope.</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Prefix Sum Tracking</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Track prefix sums during iteration to efficiently evaluate split points.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Minimum Difference Evaluation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Find minimum absolute difference by evaluating |total - 2*prefix| at splits.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Optimal Split Efficiency</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This method ensures accurate and efficient computation of the optimal array split.</a:t>
            </a:r>
            <a:endParaRPr b="0" lang="en-US" sz="1400" spc="-1" strike="noStrike">
              <a:solidFill>
                <a:srgbClr val="595959"/>
              </a:solidFill>
              <a:latin typeface="Avenir Next LT Pro Light"/>
            </a:endParaRPr>
          </a:p>
        </p:txBody>
      </p:sp>
    </p:spTree>
  </p:cSld>
  <p:transition>
    <p:fade/>
  </p:transition>
  <p:timing>
    <p:tnLst>
      <p:par>
        <p:cTn id="134" dur="indefinite" restart="never" nodeType="tmRoot">
          <p:childTnLst>
            <p:seq>
              <p:cTn id="135" dur="indefinite" nodeType="mainSeq">
                <p:childTnLst>
                  <p:par>
                    <p:cTn id="136" fill="hold">
                      <p:stCondLst>
                        <p:cond delay="0"/>
                      </p:stCondLst>
                      <p:childTnLst>
                        <p:par>
                          <p:cTn id="137" fill="hold">
                            <p:stCondLst>
                              <p:cond delay="0"/>
                            </p:stCondLst>
                            <p:childTnLst>
                              <p:par>
                                <p:cTn id="138" nodeType="withEffect" fill="hold" presetClass="entr" presetID="10">
                                  <p:stCondLst>
                                    <p:cond delay="250"/>
                                  </p:stCondLst>
                                  <p:iterate type="el">
                                    <p:tmAbs val="100"/>
                                  </p:iterate>
                                  <p:childTnLst>
                                    <p:set>
                                      <p:cBhvr>
                                        <p:cTn id="139" dur="1" fill="hold">
                                          <p:stCondLst>
                                            <p:cond delay="0"/>
                                          </p:stCondLst>
                                        </p:cTn>
                                        <p:tgtEl>
                                          <p:spTgt spid="424"/>
                                        </p:tgtEl>
                                        <p:attrNameLst>
                                          <p:attrName>style.visibility</p:attrName>
                                        </p:attrNameLst>
                                      </p:cBhvr>
                                      <p:to>
                                        <p:strVal val="visible"/>
                                      </p:to>
                                    </p:set>
                                    <p:animEffect filter="fade" transition="in">
                                      <p:cBhvr additive="repl">
                                        <p:cTn id="140" dur="500"/>
                                        <p:tgtEl>
                                          <p:spTgt spid="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Approach / Thought Process</a:t>
            </a:r>
            <a:endParaRPr b="0" lang="en-US" sz="3200" spc="-1" strike="noStrike">
              <a:solidFill>
                <a:srgbClr val="000000"/>
              </a:solidFill>
              <a:latin typeface="Avenir Next LT Pro Light"/>
            </a:endParaRPr>
          </a:p>
        </p:txBody>
      </p:sp>
      <p:sp>
        <p:nvSpPr>
          <p:cNvPr id="426"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Calculate Total Sum</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Compute the total sum of the entire array before processing splits.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Use Prefix Sums</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Iterate through the array to compute prefix sums efficiently for quick calculations.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Difference Computation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Calculate difference as the absolute value of total sum minus twice the prefix sum.</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Track Minimum Difference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Find and return the minimum difference to identify the best split efficiently.</a:t>
            </a:r>
            <a:endParaRPr b="0" lang="en-US" sz="1400" spc="-1" strike="noStrike">
              <a:solidFill>
                <a:srgbClr val="595959"/>
              </a:solidFill>
              <a:latin typeface="Avenir Next LT Pro Light"/>
            </a:endParaRPr>
          </a:p>
        </p:txBody>
      </p:sp>
    </p:spTree>
  </p:cSld>
  <p:transition>
    <p:fade/>
  </p:transition>
  <p:timing>
    <p:tnLst>
      <p:par>
        <p:cTn id="141" dur="indefinite" restart="never" nodeType="tmRoot">
          <p:childTnLst>
            <p:seq>
              <p:cTn id="142" dur="indefinite" nodeType="mainSeq">
                <p:childTnLst>
                  <p:par>
                    <p:cTn id="143" fill="hold">
                      <p:stCondLst>
                        <p:cond delay="0"/>
                      </p:stCondLst>
                      <p:childTnLst>
                        <p:par>
                          <p:cTn id="144" fill="hold">
                            <p:stCondLst>
                              <p:cond delay="0"/>
                            </p:stCondLst>
                            <p:childTnLst>
                              <p:par>
                                <p:cTn id="145" nodeType="withEffect" fill="hold" presetClass="entr" presetID="10">
                                  <p:stCondLst>
                                    <p:cond delay="250"/>
                                  </p:stCondLst>
                                  <p:iterate type="el">
                                    <p:tmAbs val="100"/>
                                  </p:iterate>
                                  <p:childTnLst>
                                    <p:set>
                                      <p:cBhvr>
                                        <p:cTn id="146" dur="1" fill="hold">
                                          <p:stCondLst>
                                            <p:cond delay="0"/>
                                          </p:stCondLst>
                                        </p:cTn>
                                        <p:tgtEl>
                                          <p:spTgt spid="426"/>
                                        </p:tgtEl>
                                        <p:attrNameLst>
                                          <p:attrName>style.visibility</p:attrName>
                                        </p:attrNameLst>
                                      </p:cBhvr>
                                      <p:to>
                                        <p:strVal val="visible"/>
                                      </p:to>
                                    </p:set>
                                    <p:animEffect filter="fade" transition="in">
                                      <p:cBhvr additive="repl">
                                        <p:cTn id="147" dur="5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612720" y="1700640"/>
            <a:ext cx="3651120" cy="345636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Algorithm / Pseudocode</a:t>
            </a:r>
            <a:endParaRPr b="0" lang="en-US" sz="3200" spc="-1" strike="noStrike">
              <a:solidFill>
                <a:srgbClr val="000000"/>
              </a:solidFill>
              <a:latin typeface="Avenir Next LT Pro Light"/>
            </a:endParaRPr>
          </a:p>
        </p:txBody>
      </p:sp>
      <p:sp>
        <p:nvSpPr>
          <p:cNvPr id="428" name="PlaceHolder 2"/>
          <p:cNvSpPr>
            <a:spLocks noGrp="1"/>
          </p:cNvSpPr>
          <p:nvPr>
            <p:ph/>
          </p:nvPr>
        </p:nvSpPr>
        <p:spPr>
          <a:xfrm>
            <a:off x="5184720" y="685800"/>
            <a:ext cx="6366960" cy="548604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Function Definition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minSplitDiff computes total sum and processes array prefix sums efficiently.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Minimum Difference Update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Updates minimum difference using formula |total - 2*prefix| at each iteration.</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Linear Time Complexity</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Algorithm’s linear approach ensures optimal performance and accurate results.</a:t>
            </a:r>
            <a:endParaRPr b="0" lang="en-US" sz="1400" spc="-1" strike="noStrike">
              <a:solidFill>
                <a:srgbClr val="595959"/>
              </a:solidFill>
              <a:latin typeface="Avenir Next LT Pro Light"/>
            </a:endParaRPr>
          </a:p>
        </p:txBody>
      </p:sp>
    </p:spTree>
  </p:cSld>
  <p:transition>
    <p:fade/>
  </p:transition>
  <p:timing>
    <p:tnLst>
      <p:par>
        <p:cTn id="148" dur="indefinite" restart="never" nodeType="tmRoot">
          <p:childTnLst>
            <p:seq>
              <p:cTn id="149" dur="indefinite" nodeType="mainSeq">
                <p:childTnLst>
                  <p:par>
                    <p:cTn id="150" fill="hold">
                      <p:stCondLst>
                        <p:cond delay="0"/>
                      </p:stCondLst>
                      <p:childTnLst>
                        <p:par>
                          <p:cTn id="151" fill="hold">
                            <p:stCondLst>
                              <p:cond delay="0"/>
                            </p:stCondLst>
                            <p:childTnLst>
                              <p:par>
                                <p:cTn id="152" nodeType="withEffect" fill="hold" presetClass="entr" presetID="10">
                                  <p:stCondLst>
                                    <p:cond delay="250"/>
                                  </p:stCondLst>
                                  <p:iterate type="el">
                                    <p:tmAbs val="100"/>
                                  </p:iterate>
                                  <p:childTnLst>
                                    <p:set>
                                      <p:cBhvr>
                                        <p:cTn id="153" dur="1" fill="hold">
                                          <p:stCondLst>
                                            <p:cond delay="0"/>
                                          </p:stCondLst>
                                        </p:cTn>
                                        <p:tgtEl>
                                          <p:spTgt spid="428"/>
                                        </p:tgtEl>
                                        <p:attrNameLst>
                                          <p:attrName>style.visibility</p:attrName>
                                        </p:attrNameLst>
                                      </p:cBhvr>
                                      <p:to>
                                        <p:strVal val="visible"/>
                                      </p:to>
                                    </p:set>
                                    <p:animEffect filter="fade" transition="in">
                                      <p:cBhvr additive="repl">
                                        <p:cTn id="154" dur="500"/>
                                        <p:tgtEl>
                                          <p:spTgt spid="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title"/>
          </p:nvPr>
        </p:nvSpPr>
        <p:spPr>
          <a:xfrm>
            <a:off x="612720" y="958680"/>
            <a:ext cx="3651120" cy="4940280"/>
          </a:xfrm>
          <a:prstGeom prst="rect">
            <a:avLst/>
          </a:prstGeom>
          <a:noFill/>
          <a:ln w="0">
            <a:noFill/>
          </a:ln>
        </p:spPr>
        <p:txBody>
          <a:bodyPr anchor="ctr">
            <a:normAutofit/>
          </a:bodyPr>
          <a:p>
            <a:pPr>
              <a:lnSpc>
                <a:spcPct val="80000"/>
              </a:lnSpc>
              <a:buNone/>
            </a:pPr>
            <a:r>
              <a:rPr b="0" lang="en-US" sz="3200" spc="-1" strike="noStrike" cap="all">
                <a:solidFill>
                  <a:srgbClr val="404040"/>
                </a:solidFill>
                <a:latin typeface="바탕"/>
                <a:ea typeface="바탕"/>
              </a:rPr>
              <a:t>C++ Solution</a:t>
            </a:r>
            <a:endParaRPr b="0" lang="en-US" sz="3200" spc="-1" strike="noStrike">
              <a:solidFill>
                <a:srgbClr val="000000"/>
              </a:solidFill>
              <a:latin typeface="Avenir Next LT Pro Light"/>
            </a:endParaRPr>
          </a:p>
        </p:txBody>
      </p:sp>
      <p:sp>
        <p:nvSpPr>
          <p:cNvPr id="430" name="PlaceHolder 2"/>
          <p:cNvSpPr>
            <a:spLocks noGrp="1"/>
          </p:cNvSpPr>
          <p:nvPr>
            <p:ph/>
          </p:nvPr>
        </p:nvSpPr>
        <p:spPr>
          <a:xfrm>
            <a:off x="5184720" y="958680"/>
            <a:ext cx="5939640" cy="4940280"/>
          </a:xfrm>
          <a:prstGeom prst="rect">
            <a:avLst/>
          </a:prstGeom>
          <a:noFill/>
          <a:ln w="0">
            <a:noFill/>
          </a:ln>
        </p:spPr>
        <p:txBody>
          <a:bodyPr anchor="ctr">
            <a:normAutofit/>
          </a:bodyPr>
          <a:p>
            <a:pPr>
              <a:lnSpc>
                <a:spcPct val="120000"/>
              </a:lnSpc>
              <a:spcBef>
                <a:spcPts val="2500"/>
              </a:spcBef>
              <a:buNone/>
              <a:tabLst>
                <a:tab algn="l" pos="0"/>
              </a:tabLst>
            </a:pPr>
            <a:r>
              <a:rPr b="1" lang="en-US" sz="1400" spc="-1" strike="noStrike">
                <a:solidFill>
                  <a:srgbClr val="595959"/>
                </a:solidFill>
                <a:latin typeface="Avenir Next LT Pro Light"/>
              </a:rPr>
              <a:t>minSplitDiff Function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Calculates minimum absolute difference between two contiguous subarray sums efficiently.</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Main Function Role</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Reads multiple test cases and processes each input array systematically for results.</a:t>
            </a:r>
            <a:endParaRPr b="0" lang="en-US" sz="1400" spc="-1" strike="noStrike">
              <a:solidFill>
                <a:srgbClr val="595959"/>
              </a:solidFill>
              <a:latin typeface="Avenir Next LT Pro Light"/>
            </a:endParaRPr>
          </a:p>
          <a:p>
            <a:pPr>
              <a:lnSpc>
                <a:spcPct val="120000"/>
              </a:lnSpc>
              <a:spcBef>
                <a:spcPts val="2500"/>
              </a:spcBef>
              <a:buNone/>
              <a:tabLst>
                <a:tab algn="l" pos="0"/>
              </a:tabLst>
            </a:pPr>
            <a:r>
              <a:rPr b="1" lang="en-US" sz="1400" spc="-1" strike="noStrike">
                <a:solidFill>
                  <a:srgbClr val="595959"/>
                </a:solidFill>
                <a:latin typeface="Avenir Next LT Pro Light"/>
              </a:rPr>
              <a:t>Efficient Implementation</a:t>
            </a: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Optimized for handling large inputs with fast computation and minimal overhead.</a:t>
            </a:r>
            <a:endParaRPr b="0" lang="en-US" sz="1400" spc="-1" strike="noStrike">
              <a:solidFill>
                <a:srgbClr val="595959"/>
              </a:solidFill>
              <a:latin typeface="Avenir Next LT Pro Light"/>
            </a:endParaRPr>
          </a:p>
          <a:p>
            <a:pPr>
              <a:lnSpc>
                <a:spcPct val="120000"/>
              </a:lnSpc>
              <a:spcBef>
                <a:spcPts val="499"/>
              </a:spcBef>
              <a:buNone/>
              <a:tabLst>
                <a:tab algn="l" pos="0"/>
              </a:tabLst>
            </a:pPr>
            <a:endParaRPr b="0" lang="en-US" sz="1400" spc="-1" strike="noStrike">
              <a:solidFill>
                <a:srgbClr val="595959"/>
              </a:solidFill>
              <a:latin typeface="Avenir Next LT Pro Light"/>
            </a:endParaRPr>
          </a:p>
          <a:p>
            <a:pPr>
              <a:lnSpc>
                <a:spcPct val="120000"/>
              </a:lnSpc>
              <a:spcBef>
                <a:spcPts val="499"/>
              </a:spcBef>
              <a:buNone/>
              <a:tabLst>
                <a:tab algn="l" pos="0"/>
              </a:tabLst>
            </a:pPr>
            <a:r>
              <a:rPr b="0" lang="en-US" sz="1400" spc="-1" strike="noStrike">
                <a:solidFill>
                  <a:srgbClr val="595959"/>
                </a:solidFill>
                <a:latin typeface="Avenir Next LT Pro Light"/>
              </a:rPr>
              <a:t>Make sure to look for these ideas in the fully coded solution we will show you!</a:t>
            </a:r>
            <a:endParaRPr b="0" lang="en-US" sz="1400" spc="-1" strike="noStrike">
              <a:solidFill>
                <a:srgbClr val="595959"/>
              </a:solidFill>
              <a:latin typeface="Avenir Next LT Pro Light"/>
            </a:endParaRPr>
          </a:p>
        </p:txBody>
      </p:sp>
    </p:spTree>
  </p:cSld>
  <p:transition>
    <p:fade/>
  </p:transition>
  <p:timing>
    <p:tnLst>
      <p:par>
        <p:cTn id="155" dur="indefinite" restart="never" nodeType="tmRoot">
          <p:childTnLst>
            <p:seq>
              <p:cTn id="156" dur="indefinite" nodeType="mainSeq">
                <p:childTnLst>
                  <p:par>
                    <p:cTn id="157" fill="hold">
                      <p:stCondLst>
                        <p:cond delay="0"/>
                      </p:stCondLst>
                      <p:childTnLst>
                        <p:par>
                          <p:cTn id="158" fill="hold">
                            <p:stCondLst>
                              <p:cond delay="0"/>
                            </p:stCondLst>
                            <p:childTnLst>
                              <p:par>
                                <p:cTn id="159" nodeType="withEffect" fill="hold" presetClass="entr" presetID="10">
                                  <p:stCondLst>
                                    <p:cond delay="250"/>
                                  </p:stCondLst>
                                  <p:iterate type="el">
                                    <p:tmAbs val="100"/>
                                  </p:iterate>
                                  <p:childTnLst>
                                    <p:set>
                                      <p:cBhvr>
                                        <p:cTn id="160" dur="1" fill="hold">
                                          <p:stCondLst>
                                            <p:cond delay="0"/>
                                          </p:stCondLst>
                                        </p:cTn>
                                        <p:tgtEl>
                                          <p:spTgt spid="430"/>
                                        </p:tgtEl>
                                        <p:attrNameLst>
                                          <p:attrName>style.visibility</p:attrName>
                                        </p:attrNameLst>
                                      </p:cBhvr>
                                      <p:to>
                                        <p:strVal val="visible"/>
                                      </p:to>
                                    </p:set>
                                    <p:animEffect filter="fade" transition="in">
                                      <p:cBhvr additive="repl">
                                        <p:cTn id="161" dur="5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2.xml><?xml version="1.0" encoding="utf-8"?>
<ds:datastoreItem xmlns:ds="http://schemas.openxmlformats.org/officeDocument/2006/customXml" ds:itemID="{4B99ED26-B189-4BA1-99D0-1112D8C2F106}">
  <ds:schemaRefs>
    <ds:schemaRef ds:uri="http://purl.org/dc/elements/1.1/"/>
    <ds:schemaRef ds:uri="http://schemas.microsoft.com/office/2006/documentManagement/types"/>
    <ds:schemaRef ds:uri="http://schemas.microsoft.com/office/infopath/2007/PartnerControls"/>
    <ds:schemaRef ds:uri="http://www.w3.org/XML/1998/namespace"/>
    <ds:schemaRef ds:uri="230e9df3-be65-4c73-a93b-d1236ebd677e"/>
    <ds:schemaRef ds:uri="http://schemas.microsoft.com/sharepoint/v3"/>
    <ds:schemaRef ds:uri="http://purl.org/dc/dcmitype/"/>
    <ds:schemaRef ds:uri="71af3243-3dd4-4a8d-8c0d-dd76da1f02a5"/>
    <ds:schemaRef ds:uri="http://purl.org/dc/terms/"/>
    <ds:schemaRef ds:uri="http://schemas.openxmlformats.org/package/2006/metadata/core-properties"/>
    <ds:schemaRef ds:uri="16c05727-aa75-4e4a-9b5f-8a80a1165891"/>
    <ds:schemaRef ds:uri="http://schemas.microsoft.com/office/2006/metadata/properties"/>
  </ds:schemaRefs>
</ds:datastoreItem>
</file>

<file path=customXml/itemProps3.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628</TotalTime>
  <Application>LibreOffice/7.3.7.2$Linux_X86_64 LibreOffice_project/30$Build-2</Application>
  <AppVersion>15.0000</AppVersion>
  <Words>5</Words>
  <Paragraphs>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2025-05-21T23:03:00Z</dcterms:created>
  <dc:creator/>
  <dc:description/>
  <dc:language>en-US</dc:language>
  <cp:lastModifiedBy/>
  <dcterms:modified xsi:type="dcterms:W3CDTF">2025-11-04T19:32:22Z</dcterms:modified>
  <cp:revision>289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Notes">
    <vt:i4>24</vt:i4>
  </property>
  <property fmtid="{D5CDD505-2E9C-101B-9397-08002B2CF9AE}" pid="5" name="PresentationFormat">
    <vt:lpwstr>Widescreen</vt:lpwstr>
  </property>
  <property fmtid="{D5CDD505-2E9C-101B-9397-08002B2CF9AE}" pid="6" name="Slides">
    <vt:i4>24</vt:i4>
  </property>
</Properties>
</file>